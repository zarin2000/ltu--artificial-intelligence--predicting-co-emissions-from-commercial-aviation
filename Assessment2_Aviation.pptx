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76" r:id="rId7"/>
    <p:sldId id="261" r:id="rId8"/>
    <p:sldId id="277" r:id="rId9"/>
    <p:sldId id="262" r:id="rId10"/>
    <p:sldId id="263" r:id="rId11"/>
    <p:sldId id="264" r:id="rId12"/>
    <p:sldId id="265" r:id="rId13"/>
    <p:sldId id="266" r:id="rId14"/>
    <p:sldId id="267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7B7E14-1949-4616-A905-DCBA105404CD}" v="9" dt="2026-04-02T07:04:38.7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24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rin Tasnim Nuzhat (2510148)" userId="c4307577-ffbc-4d4d-a52b-8ce427bd49f2" providerId="ADAL" clId="{D5C40136-FA73-47E0-B001-06B293272B75}"/>
    <pc:docChg chg="undo custSel addSld delSld modSld">
      <pc:chgData name="Zarin Tasnim Nuzhat (2510148)" userId="c4307577-ffbc-4d4d-a52b-8ce427bd49f2" providerId="ADAL" clId="{D5C40136-FA73-47E0-B001-06B293272B75}" dt="2026-04-02T09:30:24.065" v="130" actId="14100"/>
      <pc:docMkLst>
        <pc:docMk/>
      </pc:docMkLst>
      <pc:sldChg chg="addSp delSp modSp mod">
        <pc:chgData name="Zarin Tasnim Nuzhat (2510148)" userId="c4307577-ffbc-4d4d-a52b-8ce427bd49f2" providerId="ADAL" clId="{D5C40136-FA73-47E0-B001-06B293272B75}" dt="2026-04-02T07:18:39.106" v="118" actId="403"/>
        <pc:sldMkLst>
          <pc:docMk/>
          <pc:sldMk cId="0" sldId="256"/>
        </pc:sldMkLst>
        <pc:spChg chg="mod">
          <ac:chgData name="Zarin Tasnim Nuzhat (2510148)" userId="c4307577-ffbc-4d4d-a52b-8ce427bd49f2" providerId="ADAL" clId="{D5C40136-FA73-47E0-B001-06B293272B75}" dt="2026-04-02T07:18:39.106" v="118" actId="403"/>
          <ac:spMkLst>
            <pc:docMk/>
            <pc:sldMk cId="0" sldId="256"/>
            <ac:spMk id="5" creationId="{00000000-0000-0000-0000-000000000000}"/>
          </ac:spMkLst>
        </pc:spChg>
        <pc:spChg chg="del mod">
          <ac:chgData name="Zarin Tasnim Nuzhat (2510148)" userId="c4307577-ffbc-4d4d-a52b-8ce427bd49f2" providerId="ADAL" clId="{D5C40136-FA73-47E0-B001-06B293272B75}" dt="2026-04-02T07:17:41.238" v="105" actId="478"/>
          <ac:spMkLst>
            <pc:docMk/>
            <pc:sldMk cId="0" sldId="256"/>
            <ac:spMk id="7" creationId="{00000000-0000-0000-0000-000000000000}"/>
          </ac:spMkLst>
        </pc:spChg>
        <pc:spChg chg="mod">
          <ac:chgData name="Zarin Tasnim Nuzhat (2510148)" userId="c4307577-ffbc-4d4d-a52b-8ce427bd49f2" providerId="ADAL" clId="{D5C40136-FA73-47E0-B001-06B293272B75}" dt="2026-04-02T07:18:12.778" v="115" actId="20577"/>
          <ac:spMkLst>
            <pc:docMk/>
            <pc:sldMk cId="0" sldId="256"/>
            <ac:spMk id="8" creationId="{00000000-0000-0000-0000-000000000000}"/>
          </ac:spMkLst>
        </pc:spChg>
        <pc:spChg chg="mod">
          <ac:chgData name="Zarin Tasnim Nuzhat (2510148)" userId="c4307577-ffbc-4d4d-a52b-8ce427bd49f2" providerId="ADAL" clId="{D5C40136-FA73-47E0-B001-06B293272B75}" dt="2026-04-02T07:16:15.229" v="100" actId="20577"/>
          <ac:spMkLst>
            <pc:docMk/>
            <pc:sldMk cId="0" sldId="256"/>
            <ac:spMk id="18" creationId="{00000000-0000-0000-0000-000000000000}"/>
          </ac:spMkLst>
        </pc:spChg>
        <pc:picChg chg="add mod">
          <ac:chgData name="Zarin Tasnim Nuzhat (2510148)" userId="c4307577-ffbc-4d4d-a52b-8ce427bd49f2" providerId="ADAL" clId="{D5C40136-FA73-47E0-B001-06B293272B75}" dt="2026-04-02T07:17:53.545" v="109" actId="14100"/>
          <ac:picMkLst>
            <pc:docMk/>
            <pc:sldMk cId="0" sldId="256"/>
            <ac:picMk id="22" creationId="{70D6A1CD-AA53-5791-198D-E67D1CC1BA37}"/>
          </ac:picMkLst>
        </pc:picChg>
      </pc:sldChg>
      <pc:sldChg chg="modSp mod">
        <pc:chgData name="Zarin Tasnim Nuzhat (2510148)" userId="c4307577-ffbc-4d4d-a52b-8ce427bd49f2" providerId="ADAL" clId="{D5C40136-FA73-47E0-B001-06B293272B75}" dt="2026-04-02T09:27:48.172" v="123" actId="14100"/>
        <pc:sldMkLst>
          <pc:docMk/>
          <pc:sldMk cId="0" sldId="258"/>
        </pc:sldMkLst>
        <pc:spChg chg="mod">
          <ac:chgData name="Zarin Tasnim Nuzhat (2510148)" userId="c4307577-ffbc-4d4d-a52b-8ce427bd49f2" providerId="ADAL" clId="{D5C40136-FA73-47E0-B001-06B293272B75}" dt="2026-04-02T09:27:48.172" v="123" actId="14100"/>
          <ac:spMkLst>
            <pc:docMk/>
            <pc:sldMk cId="0" sldId="258"/>
            <ac:spMk id="10" creationId="{00000000-0000-0000-0000-000000000000}"/>
          </ac:spMkLst>
        </pc:spChg>
      </pc:sldChg>
      <pc:sldChg chg="modSp mod">
        <pc:chgData name="Zarin Tasnim Nuzhat (2510148)" userId="c4307577-ffbc-4d4d-a52b-8ce427bd49f2" providerId="ADAL" clId="{D5C40136-FA73-47E0-B001-06B293272B75}" dt="2026-04-02T06:58:36.174" v="30" actId="1076"/>
        <pc:sldMkLst>
          <pc:docMk/>
          <pc:sldMk cId="0" sldId="260"/>
        </pc:sldMkLst>
        <pc:spChg chg="mod">
          <ac:chgData name="Zarin Tasnim Nuzhat (2510148)" userId="c4307577-ffbc-4d4d-a52b-8ce427bd49f2" providerId="ADAL" clId="{D5C40136-FA73-47E0-B001-06B293272B75}" dt="2026-04-02T06:58:36.174" v="30" actId="1076"/>
          <ac:spMkLst>
            <pc:docMk/>
            <pc:sldMk cId="0" sldId="260"/>
            <ac:spMk id="4" creationId="{00000000-0000-0000-0000-000000000000}"/>
          </ac:spMkLst>
        </pc:spChg>
      </pc:sldChg>
      <pc:sldChg chg="addSp delSp mod">
        <pc:chgData name="Zarin Tasnim Nuzhat (2510148)" userId="c4307577-ffbc-4d4d-a52b-8ce427bd49f2" providerId="ADAL" clId="{D5C40136-FA73-47E0-B001-06B293272B75}" dt="2026-04-02T07:01:46.060" v="41" actId="21"/>
        <pc:sldMkLst>
          <pc:docMk/>
          <pc:sldMk cId="0" sldId="261"/>
        </pc:sldMkLst>
        <pc:spChg chg="add del">
          <ac:chgData name="Zarin Tasnim Nuzhat (2510148)" userId="c4307577-ffbc-4d4d-a52b-8ce427bd49f2" providerId="ADAL" clId="{D5C40136-FA73-47E0-B001-06B293272B75}" dt="2026-04-02T07:01:46.060" v="41" actId="21"/>
          <ac:spMkLst>
            <pc:docMk/>
            <pc:sldMk cId="0" sldId="261"/>
            <ac:spMk id="21" creationId="{00000000-0000-0000-0000-000000000000}"/>
          </ac:spMkLst>
        </pc:spChg>
      </pc:sldChg>
      <pc:sldChg chg="modSp mod">
        <pc:chgData name="Zarin Tasnim Nuzhat (2510148)" userId="c4307577-ffbc-4d4d-a52b-8ce427bd49f2" providerId="ADAL" clId="{D5C40136-FA73-47E0-B001-06B293272B75}" dt="2026-04-02T07:10:04.454" v="95" actId="1076"/>
        <pc:sldMkLst>
          <pc:docMk/>
          <pc:sldMk cId="0" sldId="263"/>
        </pc:sldMkLst>
        <pc:spChg chg="mod">
          <ac:chgData name="Zarin Tasnim Nuzhat (2510148)" userId="c4307577-ffbc-4d4d-a52b-8ce427bd49f2" providerId="ADAL" clId="{D5C40136-FA73-47E0-B001-06B293272B75}" dt="2026-04-02T07:10:04.454" v="95" actId="1076"/>
          <ac:spMkLst>
            <pc:docMk/>
            <pc:sldMk cId="0" sldId="263"/>
            <ac:spMk id="5" creationId="{00000000-0000-0000-0000-000000000000}"/>
          </ac:spMkLst>
        </pc:spChg>
      </pc:sldChg>
      <pc:sldChg chg="modSp mod">
        <pc:chgData name="Zarin Tasnim Nuzhat (2510148)" userId="c4307577-ffbc-4d4d-a52b-8ce427bd49f2" providerId="ADAL" clId="{D5C40136-FA73-47E0-B001-06B293272B75}" dt="2026-04-02T09:30:24.065" v="130" actId="14100"/>
        <pc:sldMkLst>
          <pc:docMk/>
          <pc:sldMk cId="0" sldId="264"/>
        </pc:sldMkLst>
        <pc:spChg chg="mod">
          <ac:chgData name="Zarin Tasnim Nuzhat (2510148)" userId="c4307577-ffbc-4d4d-a52b-8ce427bd49f2" providerId="ADAL" clId="{D5C40136-FA73-47E0-B001-06B293272B75}" dt="2026-04-02T09:30:19.944" v="129" actId="14100"/>
          <ac:spMkLst>
            <pc:docMk/>
            <pc:sldMk cId="0" sldId="264"/>
            <ac:spMk id="22" creationId="{00000000-0000-0000-0000-000000000000}"/>
          </ac:spMkLst>
        </pc:spChg>
        <pc:spChg chg="mod">
          <ac:chgData name="Zarin Tasnim Nuzhat (2510148)" userId="c4307577-ffbc-4d4d-a52b-8ce427bd49f2" providerId="ADAL" clId="{D5C40136-FA73-47E0-B001-06B293272B75}" dt="2026-04-02T09:30:24.065" v="130" actId="14100"/>
          <ac:spMkLst>
            <pc:docMk/>
            <pc:sldMk cId="0" sldId="264"/>
            <ac:spMk id="23" creationId="{00000000-0000-0000-0000-000000000000}"/>
          </ac:spMkLst>
        </pc:spChg>
      </pc:sldChg>
      <pc:sldChg chg="del">
        <pc:chgData name="Zarin Tasnim Nuzhat (2510148)" userId="c4307577-ffbc-4d4d-a52b-8ce427bd49f2" providerId="ADAL" clId="{D5C40136-FA73-47E0-B001-06B293272B75}" dt="2026-04-02T07:24:02.323" v="119" actId="2696"/>
        <pc:sldMkLst>
          <pc:docMk/>
          <pc:sldMk cId="0" sldId="268"/>
        </pc:sldMkLst>
      </pc:sldChg>
      <pc:sldChg chg="modSp del mod">
        <pc:chgData name="Zarin Tasnim Nuzhat (2510148)" userId="c4307577-ffbc-4d4d-a52b-8ce427bd49f2" providerId="ADAL" clId="{D5C40136-FA73-47E0-B001-06B293272B75}" dt="2026-04-02T07:24:05.202" v="120" actId="2696"/>
        <pc:sldMkLst>
          <pc:docMk/>
          <pc:sldMk cId="0" sldId="269"/>
        </pc:sldMkLst>
        <pc:spChg chg="mod">
          <ac:chgData name="Zarin Tasnim Nuzhat (2510148)" userId="c4307577-ffbc-4d4d-a52b-8ce427bd49f2" providerId="ADAL" clId="{D5C40136-FA73-47E0-B001-06B293272B75}" dt="2026-04-02T07:13:20.577" v="97" actId="1076"/>
          <ac:spMkLst>
            <pc:docMk/>
            <pc:sldMk cId="0" sldId="269"/>
            <ac:spMk id="5" creationId="{00000000-0000-0000-0000-000000000000}"/>
          </ac:spMkLst>
        </pc:spChg>
      </pc:sldChg>
      <pc:sldChg chg="modSp mod">
        <pc:chgData name="Zarin Tasnim Nuzhat (2510148)" userId="c4307577-ffbc-4d4d-a52b-8ce427bd49f2" providerId="ADAL" clId="{D5C40136-FA73-47E0-B001-06B293272B75}" dt="2026-04-02T07:13:03.119" v="96" actId="1076"/>
        <pc:sldMkLst>
          <pc:docMk/>
          <pc:sldMk cId="0" sldId="273"/>
        </pc:sldMkLst>
        <pc:spChg chg="mod">
          <ac:chgData name="Zarin Tasnim Nuzhat (2510148)" userId="c4307577-ffbc-4d4d-a52b-8ce427bd49f2" providerId="ADAL" clId="{D5C40136-FA73-47E0-B001-06B293272B75}" dt="2026-04-02T07:13:03.119" v="96" actId="1076"/>
          <ac:spMkLst>
            <pc:docMk/>
            <pc:sldMk cId="0" sldId="273"/>
            <ac:spMk id="5" creationId="{00000000-0000-0000-0000-000000000000}"/>
          </ac:spMkLst>
        </pc:spChg>
      </pc:sldChg>
      <pc:sldChg chg="addSp delSp modSp new mod setBg">
        <pc:chgData name="Zarin Tasnim Nuzhat (2510148)" userId="c4307577-ffbc-4d4d-a52b-8ce427bd49f2" providerId="ADAL" clId="{D5C40136-FA73-47E0-B001-06B293272B75}" dt="2026-04-02T06:59:29.915" v="37" actId="1076"/>
        <pc:sldMkLst>
          <pc:docMk/>
          <pc:sldMk cId="679491402" sldId="276"/>
        </pc:sldMkLst>
        <pc:spChg chg="add del">
          <ac:chgData name="Zarin Tasnim Nuzhat (2510148)" userId="c4307577-ffbc-4d4d-a52b-8ce427bd49f2" providerId="ADAL" clId="{D5C40136-FA73-47E0-B001-06B293272B75}" dt="2026-04-02T06:54:46.385" v="2" actId="22"/>
          <ac:spMkLst>
            <pc:docMk/>
            <pc:sldMk cId="679491402" sldId="276"/>
            <ac:spMk id="3" creationId="{A0C6EB3B-D0A6-DD1B-4E27-ADFF51A2EFB1}"/>
          </ac:spMkLst>
        </pc:spChg>
        <pc:spChg chg="add mod">
          <ac:chgData name="Zarin Tasnim Nuzhat (2510148)" userId="c4307577-ffbc-4d4d-a52b-8ce427bd49f2" providerId="ADAL" clId="{D5C40136-FA73-47E0-B001-06B293272B75}" dt="2026-04-02T06:59:21.556" v="35" actId="20577"/>
          <ac:spMkLst>
            <pc:docMk/>
            <pc:sldMk cId="679491402" sldId="276"/>
            <ac:spMk id="5" creationId="{5E956475-E7FA-E3BA-9C4C-FA29FB36BF5D}"/>
          </ac:spMkLst>
        </pc:spChg>
        <pc:spChg chg="add del mod">
          <ac:chgData name="Zarin Tasnim Nuzhat (2510148)" userId="c4307577-ffbc-4d4d-a52b-8ce427bd49f2" providerId="ADAL" clId="{D5C40136-FA73-47E0-B001-06B293272B75}" dt="2026-04-02T06:57:34.478" v="27" actId="12084"/>
          <ac:spMkLst>
            <pc:docMk/>
            <pc:sldMk cId="679491402" sldId="276"/>
            <ac:spMk id="7" creationId="{127D0BDC-06B8-8678-76CE-17EFA46CA5A6}"/>
          </ac:spMkLst>
        </pc:spChg>
        <pc:spChg chg="add mod">
          <ac:chgData name="Zarin Tasnim Nuzhat (2510148)" userId="c4307577-ffbc-4d4d-a52b-8ce427bd49f2" providerId="ADAL" clId="{D5C40136-FA73-47E0-B001-06B293272B75}" dt="2026-04-02T06:59:29.915" v="37" actId="1076"/>
          <ac:spMkLst>
            <pc:docMk/>
            <pc:sldMk cId="679491402" sldId="276"/>
            <ac:spMk id="10" creationId="{93D8D101-3B34-4911-E6DC-915EE9B3D2D5}"/>
          </ac:spMkLst>
        </pc:spChg>
        <pc:spChg chg="add">
          <ac:chgData name="Zarin Tasnim Nuzhat (2510148)" userId="c4307577-ffbc-4d4d-a52b-8ce427bd49f2" providerId="ADAL" clId="{D5C40136-FA73-47E0-B001-06B293272B75}" dt="2026-04-02T06:58:19.510" v="28" actId="26606"/>
          <ac:spMkLst>
            <pc:docMk/>
            <pc:sldMk cId="679491402" sldId="276"/>
            <ac:spMk id="14" creationId="{2E442304-DDBD-4F7B-8017-36BCC863FB40}"/>
          </ac:spMkLst>
        </pc:spChg>
        <pc:spChg chg="add">
          <ac:chgData name="Zarin Tasnim Nuzhat (2510148)" userId="c4307577-ffbc-4d4d-a52b-8ce427bd49f2" providerId="ADAL" clId="{D5C40136-FA73-47E0-B001-06B293272B75}" dt="2026-04-02T06:58:19.510" v="28" actId="26606"/>
          <ac:spMkLst>
            <pc:docMk/>
            <pc:sldMk cId="679491402" sldId="276"/>
            <ac:spMk id="16" creationId="{5E107275-3853-46FD-A241-DE4355A42675}"/>
          </ac:spMkLst>
        </pc:spChg>
        <pc:graphicFrameChg chg="add mod">
          <ac:chgData name="Zarin Tasnim Nuzhat (2510148)" userId="c4307577-ffbc-4d4d-a52b-8ce427bd49f2" providerId="ADAL" clId="{D5C40136-FA73-47E0-B001-06B293272B75}" dt="2026-04-02T06:56:48.183" v="16" actId="12084"/>
          <ac:graphicFrameMkLst>
            <pc:docMk/>
            <pc:sldMk cId="679491402" sldId="276"/>
            <ac:graphicFrameMk id="8" creationId="{FEFFE6AE-A06E-AB51-0E37-8847DB0DF689}"/>
          </ac:graphicFrameMkLst>
        </pc:graphicFrameChg>
        <pc:graphicFrameChg chg="add mod modGraphic">
          <ac:chgData name="Zarin Tasnim Nuzhat (2510148)" userId="c4307577-ffbc-4d4d-a52b-8ce427bd49f2" providerId="ADAL" clId="{D5C40136-FA73-47E0-B001-06B293272B75}" dt="2026-04-02T06:58:19.510" v="28" actId="26606"/>
          <ac:graphicFrameMkLst>
            <pc:docMk/>
            <pc:sldMk cId="679491402" sldId="276"/>
            <ac:graphicFrameMk id="9" creationId="{F49BBC32-A5AF-39D3-51B6-42831F3253A8}"/>
          </ac:graphicFrameMkLst>
        </pc:graphicFrameChg>
      </pc:sldChg>
      <pc:sldChg chg="addSp delSp modSp new mod">
        <pc:chgData name="Zarin Tasnim Nuzhat (2510148)" userId="c4307577-ffbc-4d4d-a52b-8ce427bd49f2" providerId="ADAL" clId="{D5C40136-FA73-47E0-B001-06B293272B75}" dt="2026-04-02T09:29:56.458" v="128" actId="207"/>
        <pc:sldMkLst>
          <pc:docMk/>
          <pc:sldMk cId="1841399288" sldId="277"/>
        </pc:sldMkLst>
        <pc:spChg chg="add mod">
          <ac:chgData name="Zarin Tasnim Nuzhat (2510148)" userId="c4307577-ffbc-4d4d-a52b-8ce427bd49f2" providerId="ADAL" clId="{D5C40136-FA73-47E0-B001-06B293272B75}" dt="2026-04-02T09:28:55.616" v="124" actId="207"/>
          <ac:spMkLst>
            <pc:docMk/>
            <pc:sldMk cId="1841399288" sldId="277"/>
            <ac:spMk id="6" creationId="{7B81CD4E-3C19-3C92-AA7D-78F672B62659}"/>
          </ac:spMkLst>
        </pc:spChg>
        <pc:spChg chg="add del mod">
          <ac:chgData name="Zarin Tasnim Nuzhat (2510148)" userId="c4307577-ffbc-4d4d-a52b-8ce427bd49f2" providerId="ADAL" clId="{D5C40136-FA73-47E0-B001-06B293272B75}" dt="2026-04-02T07:04:24.854" v="62" actId="478"/>
          <ac:spMkLst>
            <pc:docMk/>
            <pc:sldMk cId="1841399288" sldId="277"/>
            <ac:spMk id="7" creationId="{F1DE581A-A5B6-6593-2B29-2696EBFE118D}"/>
          </ac:spMkLst>
        </pc:spChg>
        <pc:spChg chg="add mod">
          <ac:chgData name="Zarin Tasnim Nuzhat (2510148)" userId="c4307577-ffbc-4d4d-a52b-8ce427bd49f2" providerId="ADAL" clId="{D5C40136-FA73-47E0-B001-06B293272B75}" dt="2026-04-02T09:29:56.458" v="128" actId="207"/>
          <ac:spMkLst>
            <pc:docMk/>
            <pc:sldMk cId="1841399288" sldId="277"/>
            <ac:spMk id="8" creationId="{8B7B6975-25F5-9783-B5E2-2CFCACD54A5D}"/>
          </ac:spMkLst>
        </pc:spChg>
        <pc:spChg chg="add mod">
          <ac:chgData name="Zarin Tasnim Nuzhat (2510148)" userId="c4307577-ffbc-4d4d-a52b-8ce427bd49f2" providerId="ADAL" clId="{D5C40136-FA73-47E0-B001-06B293272B75}" dt="2026-04-02T09:29:40.375" v="127" actId="207"/>
          <ac:spMkLst>
            <pc:docMk/>
            <pc:sldMk cId="1841399288" sldId="277"/>
            <ac:spMk id="9" creationId="{8188BEF7-4F4D-A712-D559-3A1E05ED532A}"/>
          </ac:spMkLst>
        </pc:spChg>
        <pc:spChg chg="add mod">
          <ac:chgData name="Zarin Tasnim Nuzhat (2510148)" userId="c4307577-ffbc-4d4d-a52b-8ce427bd49f2" providerId="ADAL" clId="{D5C40136-FA73-47E0-B001-06B293272B75}" dt="2026-04-02T09:29:07.856" v="125" actId="207"/>
          <ac:spMkLst>
            <pc:docMk/>
            <pc:sldMk cId="1841399288" sldId="277"/>
            <ac:spMk id="10" creationId="{2902BCBF-4913-1028-D18E-A80BC4E92EE9}"/>
          </ac:spMkLst>
        </pc:spChg>
        <pc:picChg chg="add mod">
          <ac:chgData name="Zarin Tasnim Nuzhat (2510148)" userId="c4307577-ffbc-4d4d-a52b-8ce427bd49f2" providerId="ADAL" clId="{D5C40136-FA73-47E0-B001-06B293272B75}" dt="2026-04-02T07:02:14.847" v="45" actId="1076"/>
          <ac:picMkLst>
            <pc:docMk/>
            <pc:sldMk cId="1841399288" sldId="277"/>
            <ac:picMk id="3" creationId="{0135514B-41C7-FFC2-C0A3-8793A08DA95F}"/>
          </ac:picMkLst>
        </pc:picChg>
        <pc:picChg chg="add mod">
          <ac:chgData name="Zarin Tasnim Nuzhat (2510148)" userId="c4307577-ffbc-4d4d-a52b-8ce427bd49f2" providerId="ADAL" clId="{D5C40136-FA73-47E0-B001-06B293272B75}" dt="2026-04-02T07:03:03.907" v="48" actId="1076"/>
          <ac:picMkLst>
            <pc:docMk/>
            <pc:sldMk cId="1841399288" sldId="277"/>
            <ac:picMk id="5" creationId="{497F5B13-BD10-4D71-EEED-8BA5286D182B}"/>
          </ac:picMkLst>
        </pc:picChg>
        <pc:picChg chg="add mod">
          <ac:chgData name="Zarin Tasnim Nuzhat (2510148)" userId="c4307577-ffbc-4d4d-a52b-8ce427bd49f2" providerId="ADAL" clId="{D5C40136-FA73-47E0-B001-06B293272B75}" dt="2026-04-02T07:07:09.415" v="81" actId="14100"/>
          <ac:picMkLst>
            <pc:docMk/>
            <pc:sldMk cId="1841399288" sldId="277"/>
            <ac:picMk id="12" creationId="{9BF5D1DD-007C-FFD3-1A89-E09CF31EC476}"/>
          </ac:picMkLst>
        </pc:picChg>
        <pc:picChg chg="add mod">
          <ac:chgData name="Zarin Tasnim Nuzhat (2510148)" userId="c4307577-ffbc-4d4d-a52b-8ce427bd49f2" providerId="ADAL" clId="{D5C40136-FA73-47E0-B001-06B293272B75}" dt="2026-04-02T07:08:18.510" v="94" actId="1076"/>
          <ac:picMkLst>
            <pc:docMk/>
            <pc:sldMk cId="1841399288" sldId="277"/>
            <ac:picMk id="14" creationId="{403A68CB-3C88-4E98-33B8-CB8D7392249E}"/>
          </ac:picMkLst>
        </pc:picChg>
      </pc:sldChg>
      <pc:sldChg chg="new del">
        <pc:chgData name="Zarin Tasnim Nuzhat (2510148)" userId="c4307577-ffbc-4d4d-a52b-8ce427bd49f2" providerId="ADAL" clId="{D5C40136-FA73-47E0-B001-06B293272B75}" dt="2026-04-02T07:01:44.036" v="40" actId="680"/>
        <pc:sldMkLst>
          <pc:docMk/>
          <pc:sldMk cId="4292928511" sldId="277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640F442-C1DF-440A-89E7-8BBEB3E50F15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GB"/>
        </a:p>
      </dgm:t>
    </dgm:pt>
    <dgm:pt modelId="{FF9268D7-B1DB-47E4-B27B-7FA57A7B32AC}">
      <dgm:prSet/>
      <dgm:spPr/>
      <dgm:t>
        <a:bodyPr/>
        <a:lstStyle/>
        <a:p>
          <a:r>
            <a:rPr lang="en-GB"/>
            <a:t>Raw Data </a:t>
          </a:r>
        </a:p>
      </dgm:t>
    </dgm:pt>
    <dgm:pt modelId="{0DC4DBC7-EDFA-453C-9119-3F8A39C6B79E}" type="parTrans" cxnId="{22094628-770E-4F1E-979A-996E8D949A36}">
      <dgm:prSet/>
      <dgm:spPr/>
      <dgm:t>
        <a:bodyPr/>
        <a:lstStyle/>
        <a:p>
          <a:endParaRPr lang="en-GB"/>
        </a:p>
      </dgm:t>
    </dgm:pt>
    <dgm:pt modelId="{8A1F2331-A566-4BE1-8775-3152F46DD3D2}" type="sibTrans" cxnId="{22094628-770E-4F1E-979A-996E8D949A36}">
      <dgm:prSet/>
      <dgm:spPr/>
      <dgm:t>
        <a:bodyPr/>
        <a:lstStyle/>
        <a:p>
          <a:endParaRPr lang="en-GB"/>
        </a:p>
      </dgm:t>
    </dgm:pt>
    <dgm:pt modelId="{74A6AAB7-7AD7-4916-9B9C-0112731CA3DD}">
      <dgm:prSet/>
      <dgm:spPr/>
      <dgm:t>
        <a:bodyPr/>
        <a:lstStyle/>
        <a:p>
          <a:r>
            <a:rPr lang="en-GB"/>
            <a:t>Cleaning </a:t>
          </a:r>
        </a:p>
      </dgm:t>
    </dgm:pt>
    <dgm:pt modelId="{BA8ACE55-4E5B-45F6-8503-0FE464502F25}" type="parTrans" cxnId="{6C7C028C-86C3-49BD-ADA3-DF9B5282C184}">
      <dgm:prSet/>
      <dgm:spPr/>
      <dgm:t>
        <a:bodyPr/>
        <a:lstStyle/>
        <a:p>
          <a:endParaRPr lang="en-GB"/>
        </a:p>
      </dgm:t>
    </dgm:pt>
    <dgm:pt modelId="{DA64339E-201F-4B81-BE2E-D7F2B156AF29}" type="sibTrans" cxnId="{6C7C028C-86C3-49BD-ADA3-DF9B5282C184}">
      <dgm:prSet/>
      <dgm:spPr/>
      <dgm:t>
        <a:bodyPr/>
        <a:lstStyle/>
        <a:p>
          <a:endParaRPr lang="en-GB"/>
        </a:p>
      </dgm:t>
    </dgm:pt>
    <dgm:pt modelId="{34A0EF77-8A1D-484F-8960-986D72C13063}">
      <dgm:prSet/>
      <dgm:spPr/>
      <dgm:t>
        <a:bodyPr/>
        <a:lstStyle/>
        <a:p>
          <a:r>
            <a:rPr lang="en-GB"/>
            <a:t>EDA </a:t>
          </a:r>
        </a:p>
      </dgm:t>
    </dgm:pt>
    <dgm:pt modelId="{8F03440D-1488-4D56-9147-EDC8365B48E5}" type="parTrans" cxnId="{9E0DBC05-5A71-4B59-96DA-C40CA3AA127D}">
      <dgm:prSet/>
      <dgm:spPr/>
      <dgm:t>
        <a:bodyPr/>
        <a:lstStyle/>
        <a:p>
          <a:endParaRPr lang="en-GB"/>
        </a:p>
      </dgm:t>
    </dgm:pt>
    <dgm:pt modelId="{5EDC8A10-0B40-4CB4-BCC4-23FE6C98DB66}" type="sibTrans" cxnId="{9E0DBC05-5A71-4B59-96DA-C40CA3AA127D}">
      <dgm:prSet/>
      <dgm:spPr/>
      <dgm:t>
        <a:bodyPr/>
        <a:lstStyle/>
        <a:p>
          <a:endParaRPr lang="en-GB"/>
        </a:p>
      </dgm:t>
    </dgm:pt>
    <dgm:pt modelId="{109399B6-9BC9-422B-94B7-DF3C2D2EA4CA}">
      <dgm:prSet/>
      <dgm:spPr/>
      <dgm:t>
        <a:bodyPr/>
        <a:lstStyle/>
        <a:p>
          <a:r>
            <a:rPr lang="en-GB"/>
            <a:t>Feature Engineering </a:t>
          </a:r>
        </a:p>
      </dgm:t>
    </dgm:pt>
    <dgm:pt modelId="{2EA7F5B2-5AEC-4275-B14E-7B28D7D18E48}" type="parTrans" cxnId="{414875AA-DDF8-452D-B78E-30796AAD7CA9}">
      <dgm:prSet/>
      <dgm:spPr/>
      <dgm:t>
        <a:bodyPr/>
        <a:lstStyle/>
        <a:p>
          <a:endParaRPr lang="en-GB"/>
        </a:p>
      </dgm:t>
    </dgm:pt>
    <dgm:pt modelId="{674D4F30-6A49-4E06-8CCD-5646192F3BF6}" type="sibTrans" cxnId="{414875AA-DDF8-452D-B78E-30796AAD7CA9}">
      <dgm:prSet/>
      <dgm:spPr/>
      <dgm:t>
        <a:bodyPr/>
        <a:lstStyle/>
        <a:p>
          <a:endParaRPr lang="en-GB"/>
        </a:p>
      </dgm:t>
    </dgm:pt>
    <dgm:pt modelId="{890C0022-752E-48DD-81DA-1FD94B72F4C1}">
      <dgm:prSet/>
      <dgm:spPr/>
      <dgm:t>
        <a:bodyPr/>
        <a:lstStyle/>
        <a:p>
          <a:r>
            <a:rPr lang="en-GB"/>
            <a:t>Model Training</a:t>
          </a:r>
        </a:p>
      </dgm:t>
    </dgm:pt>
    <dgm:pt modelId="{C21B8EB7-9130-4289-8121-15468A4F9D8B}" type="parTrans" cxnId="{934C3E6A-CA04-4FB4-B93A-5A9104820535}">
      <dgm:prSet/>
      <dgm:spPr/>
      <dgm:t>
        <a:bodyPr/>
        <a:lstStyle/>
        <a:p>
          <a:endParaRPr lang="en-GB"/>
        </a:p>
      </dgm:t>
    </dgm:pt>
    <dgm:pt modelId="{D5F5C61D-7B5B-4955-8D1A-8F53C409E6D1}" type="sibTrans" cxnId="{934C3E6A-CA04-4FB4-B93A-5A9104820535}">
      <dgm:prSet/>
      <dgm:spPr/>
      <dgm:t>
        <a:bodyPr/>
        <a:lstStyle/>
        <a:p>
          <a:endParaRPr lang="en-GB"/>
        </a:p>
      </dgm:t>
    </dgm:pt>
    <dgm:pt modelId="{189B9083-C0A7-4F75-ACAC-3DC0B1173221}">
      <dgm:prSet/>
      <dgm:spPr/>
      <dgm:t>
        <a:bodyPr/>
        <a:lstStyle/>
        <a:p>
          <a:r>
            <a:rPr lang="en-GB"/>
            <a:t>Evaluation</a:t>
          </a:r>
        </a:p>
      </dgm:t>
    </dgm:pt>
    <dgm:pt modelId="{031D607F-C682-4ADD-AEB0-78DF38D489A8}" type="parTrans" cxnId="{8D125A3D-F996-44E1-A166-4C58BA669B25}">
      <dgm:prSet/>
      <dgm:spPr/>
      <dgm:t>
        <a:bodyPr/>
        <a:lstStyle/>
        <a:p>
          <a:endParaRPr lang="en-GB"/>
        </a:p>
      </dgm:t>
    </dgm:pt>
    <dgm:pt modelId="{7FB509AC-5554-4126-97DA-31A64843D552}" type="sibTrans" cxnId="{8D125A3D-F996-44E1-A166-4C58BA669B25}">
      <dgm:prSet/>
      <dgm:spPr/>
      <dgm:t>
        <a:bodyPr/>
        <a:lstStyle/>
        <a:p>
          <a:endParaRPr lang="en-GB"/>
        </a:p>
      </dgm:t>
    </dgm:pt>
    <dgm:pt modelId="{6D838268-05DD-4BFC-ACB6-9E83A7257661}">
      <dgm:prSet/>
      <dgm:spPr/>
      <dgm:t>
        <a:bodyPr/>
        <a:lstStyle/>
        <a:p>
          <a:r>
            <a:rPr lang="en-GB"/>
            <a:t>Deployment</a:t>
          </a:r>
        </a:p>
      </dgm:t>
    </dgm:pt>
    <dgm:pt modelId="{521F9417-6D6C-41D6-9745-2F049ACED9E8}" type="parTrans" cxnId="{958E2696-20BF-43D1-985B-CE25357B2D3B}">
      <dgm:prSet/>
      <dgm:spPr/>
      <dgm:t>
        <a:bodyPr/>
        <a:lstStyle/>
        <a:p>
          <a:endParaRPr lang="en-GB"/>
        </a:p>
      </dgm:t>
    </dgm:pt>
    <dgm:pt modelId="{9E9F89E0-695E-4DAD-A5F2-642832D1E345}" type="sibTrans" cxnId="{958E2696-20BF-43D1-985B-CE25357B2D3B}">
      <dgm:prSet/>
      <dgm:spPr/>
      <dgm:t>
        <a:bodyPr/>
        <a:lstStyle/>
        <a:p>
          <a:endParaRPr lang="en-GB"/>
        </a:p>
      </dgm:t>
    </dgm:pt>
    <dgm:pt modelId="{3E5B5EA9-B5BD-4241-B3C0-E8C75B41DBD6}" type="pres">
      <dgm:prSet presAssocID="{A640F442-C1DF-440A-89E7-8BBEB3E50F15}" presName="linear" presStyleCnt="0">
        <dgm:presLayoutVars>
          <dgm:dir/>
          <dgm:animLvl val="lvl"/>
          <dgm:resizeHandles val="exact"/>
        </dgm:presLayoutVars>
      </dgm:prSet>
      <dgm:spPr/>
    </dgm:pt>
    <dgm:pt modelId="{ED73E1E5-FCE1-4155-92BC-E792EF7BD3AD}" type="pres">
      <dgm:prSet presAssocID="{FF9268D7-B1DB-47E4-B27B-7FA57A7B32AC}" presName="parentLin" presStyleCnt="0"/>
      <dgm:spPr/>
    </dgm:pt>
    <dgm:pt modelId="{82CB0555-ED64-40F7-860C-605FECEC6E13}" type="pres">
      <dgm:prSet presAssocID="{FF9268D7-B1DB-47E4-B27B-7FA57A7B32AC}" presName="parentLeftMargin" presStyleLbl="node1" presStyleIdx="0" presStyleCnt="7"/>
      <dgm:spPr/>
    </dgm:pt>
    <dgm:pt modelId="{178347C0-3AAE-4589-864A-F80469EC4F14}" type="pres">
      <dgm:prSet presAssocID="{FF9268D7-B1DB-47E4-B27B-7FA57A7B32AC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C34A31EE-865B-4718-80FC-5F457DBA97E0}" type="pres">
      <dgm:prSet presAssocID="{FF9268D7-B1DB-47E4-B27B-7FA57A7B32AC}" presName="negativeSpace" presStyleCnt="0"/>
      <dgm:spPr/>
    </dgm:pt>
    <dgm:pt modelId="{07D8B2E7-09DB-4683-B4C5-2B690947BF49}" type="pres">
      <dgm:prSet presAssocID="{FF9268D7-B1DB-47E4-B27B-7FA57A7B32AC}" presName="childText" presStyleLbl="conFgAcc1" presStyleIdx="0" presStyleCnt="7">
        <dgm:presLayoutVars>
          <dgm:bulletEnabled val="1"/>
        </dgm:presLayoutVars>
      </dgm:prSet>
      <dgm:spPr/>
    </dgm:pt>
    <dgm:pt modelId="{7D0D8AE9-9253-468F-A988-CAEA16B03D94}" type="pres">
      <dgm:prSet presAssocID="{8A1F2331-A566-4BE1-8775-3152F46DD3D2}" presName="spaceBetweenRectangles" presStyleCnt="0"/>
      <dgm:spPr/>
    </dgm:pt>
    <dgm:pt modelId="{A74B3E21-3E35-498B-8297-A2EEA830981B}" type="pres">
      <dgm:prSet presAssocID="{74A6AAB7-7AD7-4916-9B9C-0112731CA3DD}" presName="parentLin" presStyleCnt="0"/>
      <dgm:spPr/>
    </dgm:pt>
    <dgm:pt modelId="{F4BB40DD-2D7A-4AFF-9F62-36A2B43423D3}" type="pres">
      <dgm:prSet presAssocID="{74A6AAB7-7AD7-4916-9B9C-0112731CA3DD}" presName="parentLeftMargin" presStyleLbl="node1" presStyleIdx="0" presStyleCnt="7"/>
      <dgm:spPr/>
    </dgm:pt>
    <dgm:pt modelId="{A3F96084-FCA8-45A7-BE38-2093A50DF5E9}" type="pres">
      <dgm:prSet presAssocID="{74A6AAB7-7AD7-4916-9B9C-0112731CA3DD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5ACAA562-F135-4753-AD4E-5588D301D210}" type="pres">
      <dgm:prSet presAssocID="{74A6AAB7-7AD7-4916-9B9C-0112731CA3DD}" presName="negativeSpace" presStyleCnt="0"/>
      <dgm:spPr/>
    </dgm:pt>
    <dgm:pt modelId="{8D4FC24F-44C1-46D8-A006-D694A04F06A6}" type="pres">
      <dgm:prSet presAssocID="{74A6AAB7-7AD7-4916-9B9C-0112731CA3DD}" presName="childText" presStyleLbl="conFgAcc1" presStyleIdx="1" presStyleCnt="7">
        <dgm:presLayoutVars>
          <dgm:bulletEnabled val="1"/>
        </dgm:presLayoutVars>
      </dgm:prSet>
      <dgm:spPr/>
    </dgm:pt>
    <dgm:pt modelId="{95F7C227-3464-4D0C-8B7B-3788D0DE996C}" type="pres">
      <dgm:prSet presAssocID="{DA64339E-201F-4B81-BE2E-D7F2B156AF29}" presName="spaceBetweenRectangles" presStyleCnt="0"/>
      <dgm:spPr/>
    </dgm:pt>
    <dgm:pt modelId="{13D7AAA9-4D5A-435C-8DCC-6F687D9C12D9}" type="pres">
      <dgm:prSet presAssocID="{34A0EF77-8A1D-484F-8960-986D72C13063}" presName="parentLin" presStyleCnt="0"/>
      <dgm:spPr/>
    </dgm:pt>
    <dgm:pt modelId="{ED3006FB-BE81-45D0-95CB-A5993FD4F8FB}" type="pres">
      <dgm:prSet presAssocID="{34A0EF77-8A1D-484F-8960-986D72C13063}" presName="parentLeftMargin" presStyleLbl="node1" presStyleIdx="1" presStyleCnt="7"/>
      <dgm:spPr/>
    </dgm:pt>
    <dgm:pt modelId="{C2250801-C231-42F1-B28C-0462B1C044AA}" type="pres">
      <dgm:prSet presAssocID="{34A0EF77-8A1D-484F-8960-986D72C13063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BDABEECA-D0E5-4FDC-B5BF-EF066F9DA0D0}" type="pres">
      <dgm:prSet presAssocID="{34A0EF77-8A1D-484F-8960-986D72C13063}" presName="negativeSpace" presStyleCnt="0"/>
      <dgm:spPr/>
    </dgm:pt>
    <dgm:pt modelId="{FD296B47-3573-4D0B-AD8D-667B8A3D1097}" type="pres">
      <dgm:prSet presAssocID="{34A0EF77-8A1D-484F-8960-986D72C13063}" presName="childText" presStyleLbl="conFgAcc1" presStyleIdx="2" presStyleCnt="7">
        <dgm:presLayoutVars>
          <dgm:bulletEnabled val="1"/>
        </dgm:presLayoutVars>
      </dgm:prSet>
      <dgm:spPr/>
    </dgm:pt>
    <dgm:pt modelId="{041DD793-E931-46C3-974E-57F0002E5727}" type="pres">
      <dgm:prSet presAssocID="{5EDC8A10-0B40-4CB4-BCC4-23FE6C98DB66}" presName="spaceBetweenRectangles" presStyleCnt="0"/>
      <dgm:spPr/>
    </dgm:pt>
    <dgm:pt modelId="{D1263494-4639-4267-ABCC-093F9CC05743}" type="pres">
      <dgm:prSet presAssocID="{109399B6-9BC9-422B-94B7-DF3C2D2EA4CA}" presName="parentLin" presStyleCnt="0"/>
      <dgm:spPr/>
    </dgm:pt>
    <dgm:pt modelId="{2BA83CDA-F06A-40C3-A96C-7286884DD056}" type="pres">
      <dgm:prSet presAssocID="{109399B6-9BC9-422B-94B7-DF3C2D2EA4CA}" presName="parentLeftMargin" presStyleLbl="node1" presStyleIdx="2" presStyleCnt="7"/>
      <dgm:spPr/>
    </dgm:pt>
    <dgm:pt modelId="{40E21E90-1D52-40BC-8974-AAD6B4CD492F}" type="pres">
      <dgm:prSet presAssocID="{109399B6-9BC9-422B-94B7-DF3C2D2EA4CA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7D41F1D8-C793-4817-8686-0C9F72327076}" type="pres">
      <dgm:prSet presAssocID="{109399B6-9BC9-422B-94B7-DF3C2D2EA4CA}" presName="negativeSpace" presStyleCnt="0"/>
      <dgm:spPr/>
    </dgm:pt>
    <dgm:pt modelId="{85F7AA3F-135F-4550-A151-57DF0DB4142F}" type="pres">
      <dgm:prSet presAssocID="{109399B6-9BC9-422B-94B7-DF3C2D2EA4CA}" presName="childText" presStyleLbl="conFgAcc1" presStyleIdx="3" presStyleCnt="7">
        <dgm:presLayoutVars>
          <dgm:bulletEnabled val="1"/>
        </dgm:presLayoutVars>
      </dgm:prSet>
      <dgm:spPr/>
    </dgm:pt>
    <dgm:pt modelId="{D97C2347-2E11-4310-AAA9-82A7DC6CCF6D}" type="pres">
      <dgm:prSet presAssocID="{674D4F30-6A49-4E06-8CCD-5646192F3BF6}" presName="spaceBetweenRectangles" presStyleCnt="0"/>
      <dgm:spPr/>
    </dgm:pt>
    <dgm:pt modelId="{8DC6221B-8D32-4C67-A6CB-719A9FC4E51F}" type="pres">
      <dgm:prSet presAssocID="{890C0022-752E-48DD-81DA-1FD94B72F4C1}" presName="parentLin" presStyleCnt="0"/>
      <dgm:spPr/>
    </dgm:pt>
    <dgm:pt modelId="{FE1EE35F-44B8-40E8-9356-ED5CE9FEFD74}" type="pres">
      <dgm:prSet presAssocID="{890C0022-752E-48DD-81DA-1FD94B72F4C1}" presName="parentLeftMargin" presStyleLbl="node1" presStyleIdx="3" presStyleCnt="7"/>
      <dgm:spPr/>
    </dgm:pt>
    <dgm:pt modelId="{6ABD45E5-971F-45F0-93D8-D93C013A5237}" type="pres">
      <dgm:prSet presAssocID="{890C0022-752E-48DD-81DA-1FD94B72F4C1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C84EC08A-A09F-4EC7-9167-EDF6B44C3B40}" type="pres">
      <dgm:prSet presAssocID="{890C0022-752E-48DD-81DA-1FD94B72F4C1}" presName="negativeSpace" presStyleCnt="0"/>
      <dgm:spPr/>
    </dgm:pt>
    <dgm:pt modelId="{9495189F-0EBD-4F07-AC9F-5A334CF6AA4D}" type="pres">
      <dgm:prSet presAssocID="{890C0022-752E-48DD-81DA-1FD94B72F4C1}" presName="childText" presStyleLbl="conFgAcc1" presStyleIdx="4" presStyleCnt="7">
        <dgm:presLayoutVars>
          <dgm:bulletEnabled val="1"/>
        </dgm:presLayoutVars>
      </dgm:prSet>
      <dgm:spPr/>
    </dgm:pt>
    <dgm:pt modelId="{7EE1CCA0-19EF-4C4C-BE20-8289FA38C331}" type="pres">
      <dgm:prSet presAssocID="{D5F5C61D-7B5B-4955-8D1A-8F53C409E6D1}" presName="spaceBetweenRectangles" presStyleCnt="0"/>
      <dgm:spPr/>
    </dgm:pt>
    <dgm:pt modelId="{0EED1300-1EF9-40AA-BDE1-45F15CF2FD75}" type="pres">
      <dgm:prSet presAssocID="{189B9083-C0A7-4F75-ACAC-3DC0B1173221}" presName="parentLin" presStyleCnt="0"/>
      <dgm:spPr/>
    </dgm:pt>
    <dgm:pt modelId="{1682620C-1822-46DF-B45F-64E0011B02A1}" type="pres">
      <dgm:prSet presAssocID="{189B9083-C0A7-4F75-ACAC-3DC0B1173221}" presName="parentLeftMargin" presStyleLbl="node1" presStyleIdx="4" presStyleCnt="7"/>
      <dgm:spPr/>
    </dgm:pt>
    <dgm:pt modelId="{C5768D85-6313-4B09-B84D-6FB043FD2847}" type="pres">
      <dgm:prSet presAssocID="{189B9083-C0A7-4F75-ACAC-3DC0B1173221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1662D4B8-2973-4265-AE09-25539E839924}" type="pres">
      <dgm:prSet presAssocID="{189B9083-C0A7-4F75-ACAC-3DC0B1173221}" presName="negativeSpace" presStyleCnt="0"/>
      <dgm:spPr/>
    </dgm:pt>
    <dgm:pt modelId="{1D9C3165-1EEE-48D8-A5CC-D2B6262565F4}" type="pres">
      <dgm:prSet presAssocID="{189B9083-C0A7-4F75-ACAC-3DC0B1173221}" presName="childText" presStyleLbl="conFgAcc1" presStyleIdx="5" presStyleCnt="7">
        <dgm:presLayoutVars>
          <dgm:bulletEnabled val="1"/>
        </dgm:presLayoutVars>
      </dgm:prSet>
      <dgm:spPr/>
    </dgm:pt>
    <dgm:pt modelId="{508C4065-DEDA-4DF8-ADD5-F150A2FA2145}" type="pres">
      <dgm:prSet presAssocID="{7FB509AC-5554-4126-97DA-31A64843D552}" presName="spaceBetweenRectangles" presStyleCnt="0"/>
      <dgm:spPr/>
    </dgm:pt>
    <dgm:pt modelId="{07265F01-715D-4476-BD4C-3DBC70FD395D}" type="pres">
      <dgm:prSet presAssocID="{6D838268-05DD-4BFC-ACB6-9E83A7257661}" presName="parentLin" presStyleCnt="0"/>
      <dgm:spPr/>
    </dgm:pt>
    <dgm:pt modelId="{E3F65CD4-BFAF-4C7B-AFF2-7F5547589AD5}" type="pres">
      <dgm:prSet presAssocID="{6D838268-05DD-4BFC-ACB6-9E83A7257661}" presName="parentLeftMargin" presStyleLbl="node1" presStyleIdx="5" presStyleCnt="7"/>
      <dgm:spPr/>
    </dgm:pt>
    <dgm:pt modelId="{2A13A260-8397-4327-8C9E-D1022EE80AB4}" type="pres">
      <dgm:prSet presAssocID="{6D838268-05DD-4BFC-ACB6-9E83A7257661}" presName="parentText" presStyleLbl="node1" presStyleIdx="6" presStyleCnt="7">
        <dgm:presLayoutVars>
          <dgm:chMax val="0"/>
          <dgm:bulletEnabled val="1"/>
        </dgm:presLayoutVars>
      </dgm:prSet>
      <dgm:spPr/>
    </dgm:pt>
    <dgm:pt modelId="{C586F89A-8093-473E-9A77-BF6C0B842114}" type="pres">
      <dgm:prSet presAssocID="{6D838268-05DD-4BFC-ACB6-9E83A7257661}" presName="negativeSpace" presStyleCnt="0"/>
      <dgm:spPr/>
    </dgm:pt>
    <dgm:pt modelId="{61E9DD66-5D51-4158-AE80-ECE8061D16CB}" type="pres">
      <dgm:prSet presAssocID="{6D838268-05DD-4BFC-ACB6-9E83A7257661}" presName="childText" presStyleLbl="conFgAcc1" presStyleIdx="6" presStyleCnt="7">
        <dgm:presLayoutVars>
          <dgm:bulletEnabled val="1"/>
        </dgm:presLayoutVars>
      </dgm:prSet>
      <dgm:spPr/>
    </dgm:pt>
  </dgm:ptLst>
  <dgm:cxnLst>
    <dgm:cxn modelId="{9E0DBC05-5A71-4B59-96DA-C40CA3AA127D}" srcId="{A640F442-C1DF-440A-89E7-8BBEB3E50F15}" destId="{34A0EF77-8A1D-484F-8960-986D72C13063}" srcOrd="2" destOrd="0" parTransId="{8F03440D-1488-4D56-9147-EDC8365B48E5}" sibTransId="{5EDC8A10-0B40-4CB4-BCC4-23FE6C98DB66}"/>
    <dgm:cxn modelId="{B4E03C17-AE9D-4A2B-BB18-269D9D407F96}" type="presOf" srcId="{890C0022-752E-48DD-81DA-1FD94B72F4C1}" destId="{FE1EE35F-44B8-40E8-9356-ED5CE9FEFD74}" srcOrd="0" destOrd="0" presId="urn:microsoft.com/office/officeart/2005/8/layout/list1"/>
    <dgm:cxn modelId="{4D46C822-CF79-4C39-99EA-5E32894EDB06}" type="presOf" srcId="{74A6AAB7-7AD7-4916-9B9C-0112731CA3DD}" destId="{A3F96084-FCA8-45A7-BE38-2093A50DF5E9}" srcOrd="1" destOrd="0" presId="urn:microsoft.com/office/officeart/2005/8/layout/list1"/>
    <dgm:cxn modelId="{22094628-770E-4F1E-979A-996E8D949A36}" srcId="{A640F442-C1DF-440A-89E7-8BBEB3E50F15}" destId="{FF9268D7-B1DB-47E4-B27B-7FA57A7B32AC}" srcOrd="0" destOrd="0" parTransId="{0DC4DBC7-EDFA-453C-9119-3F8A39C6B79E}" sibTransId="{8A1F2331-A566-4BE1-8775-3152F46DD3D2}"/>
    <dgm:cxn modelId="{9A886A33-32AD-44E9-8506-62594B968BC2}" type="presOf" srcId="{34A0EF77-8A1D-484F-8960-986D72C13063}" destId="{C2250801-C231-42F1-B28C-0462B1C044AA}" srcOrd="1" destOrd="0" presId="urn:microsoft.com/office/officeart/2005/8/layout/list1"/>
    <dgm:cxn modelId="{C6DB9537-3019-415D-8F99-EB9E4A10732D}" type="presOf" srcId="{34A0EF77-8A1D-484F-8960-986D72C13063}" destId="{ED3006FB-BE81-45D0-95CB-A5993FD4F8FB}" srcOrd="0" destOrd="0" presId="urn:microsoft.com/office/officeart/2005/8/layout/list1"/>
    <dgm:cxn modelId="{8D125A3D-F996-44E1-A166-4C58BA669B25}" srcId="{A640F442-C1DF-440A-89E7-8BBEB3E50F15}" destId="{189B9083-C0A7-4F75-ACAC-3DC0B1173221}" srcOrd="5" destOrd="0" parTransId="{031D607F-C682-4ADD-AEB0-78DF38D489A8}" sibTransId="{7FB509AC-5554-4126-97DA-31A64843D552}"/>
    <dgm:cxn modelId="{F1D9055F-75E4-4B84-9881-3F32F777EB5E}" type="presOf" srcId="{FF9268D7-B1DB-47E4-B27B-7FA57A7B32AC}" destId="{178347C0-3AAE-4589-864A-F80469EC4F14}" srcOrd="1" destOrd="0" presId="urn:microsoft.com/office/officeart/2005/8/layout/list1"/>
    <dgm:cxn modelId="{B354705F-4C40-44D8-86E1-3E950B62A584}" type="presOf" srcId="{FF9268D7-B1DB-47E4-B27B-7FA57A7B32AC}" destId="{82CB0555-ED64-40F7-860C-605FECEC6E13}" srcOrd="0" destOrd="0" presId="urn:microsoft.com/office/officeart/2005/8/layout/list1"/>
    <dgm:cxn modelId="{934C3E6A-CA04-4FB4-B93A-5A9104820535}" srcId="{A640F442-C1DF-440A-89E7-8BBEB3E50F15}" destId="{890C0022-752E-48DD-81DA-1FD94B72F4C1}" srcOrd="4" destOrd="0" parTransId="{C21B8EB7-9130-4289-8121-15468A4F9D8B}" sibTransId="{D5F5C61D-7B5B-4955-8D1A-8F53C409E6D1}"/>
    <dgm:cxn modelId="{C63C7B74-6693-40ED-ADC2-A10B3A30DD0B}" type="presOf" srcId="{890C0022-752E-48DD-81DA-1FD94B72F4C1}" destId="{6ABD45E5-971F-45F0-93D8-D93C013A5237}" srcOrd="1" destOrd="0" presId="urn:microsoft.com/office/officeart/2005/8/layout/list1"/>
    <dgm:cxn modelId="{6C7C028C-86C3-49BD-ADA3-DF9B5282C184}" srcId="{A640F442-C1DF-440A-89E7-8BBEB3E50F15}" destId="{74A6AAB7-7AD7-4916-9B9C-0112731CA3DD}" srcOrd="1" destOrd="0" parTransId="{BA8ACE55-4E5B-45F6-8503-0FE464502F25}" sibTransId="{DA64339E-201F-4B81-BE2E-D7F2B156AF29}"/>
    <dgm:cxn modelId="{958E2696-20BF-43D1-985B-CE25357B2D3B}" srcId="{A640F442-C1DF-440A-89E7-8BBEB3E50F15}" destId="{6D838268-05DD-4BFC-ACB6-9E83A7257661}" srcOrd="6" destOrd="0" parTransId="{521F9417-6D6C-41D6-9745-2F049ACED9E8}" sibTransId="{9E9F89E0-695E-4DAD-A5F2-642832D1E345}"/>
    <dgm:cxn modelId="{F0984B9E-9472-447E-8E8F-E5A67238AC0C}" type="presOf" srcId="{74A6AAB7-7AD7-4916-9B9C-0112731CA3DD}" destId="{F4BB40DD-2D7A-4AFF-9F62-36A2B43423D3}" srcOrd="0" destOrd="0" presId="urn:microsoft.com/office/officeart/2005/8/layout/list1"/>
    <dgm:cxn modelId="{529094A0-B706-410D-822B-ED498EF6AC47}" type="presOf" srcId="{189B9083-C0A7-4F75-ACAC-3DC0B1173221}" destId="{C5768D85-6313-4B09-B84D-6FB043FD2847}" srcOrd="1" destOrd="0" presId="urn:microsoft.com/office/officeart/2005/8/layout/list1"/>
    <dgm:cxn modelId="{414875AA-DDF8-452D-B78E-30796AAD7CA9}" srcId="{A640F442-C1DF-440A-89E7-8BBEB3E50F15}" destId="{109399B6-9BC9-422B-94B7-DF3C2D2EA4CA}" srcOrd="3" destOrd="0" parTransId="{2EA7F5B2-5AEC-4275-B14E-7B28D7D18E48}" sibTransId="{674D4F30-6A49-4E06-8CCD-5646192F3BF6}"/>
    <dgm:cxn modelId="{E83988AE-ABD3-4874-BC26-074B7345CAA4}" type="presOf" srcId="{109399B6-9BC9-422B-94B7-DF3C2D2EA4CA}" destId="{40E21E90-1D52-40BC-8974-AAD6B4CD492F}" srcOrd="1" destOrd="0" presId="urn:microsoft.com/office/officeart/2005/8/layout/list1"/>
    <dgm:cxn modelId="{073817B5-D769-4B62-8ED9-FFA1D7681DD3}" type="presOf" srcId="{6D838268-05DD-4BFC-ACB6-9E83A7257661}" destId="{2A13A260-8397-4327-8C9E-D1022EE80AB4}" srcOrd="1" destOrd="0" presId="urn:microsoft.com/office/officeart/2005/8/layout/list1"/>
    <dgm:cxn modelId="{357B0FC9-D6AC-4C86-8F8D-A31F697596BC}" type="presOf" srcId="{189B9083-C0A7-4F75-ACAC-3DC0B1173221}" destId="{1682620C-1822-46DF-B45F-64E0011B02A1}" srcOrd="0" destOrd="0" presId="urn:microsoft.com/office/officeart/2005/8/layout/list1"/>
    <dgm:cxn modelId="{8D5532CD-4742-491D-A282-CFA9DC94AB86}" type="presOf" srcId="{6D838268-05DD-4BFC-ACB6-9E83A7257661}" destId="{E3F65CD4-BFAF-4C7B-AFF2-7F5547589AD5}" srcOrd="0" destOrd="0" presId="urn:microsoft.com/office/officeart/2005/8/layout/list1"/>
    <dgm:cxn modelId="{369716CF-DC5E-4296-86BF-1099C069DB55}" type="presOf" srcId="{109399B6-9BC9-422B-94B7-DF3C2D2EA4CA}" destId="{2BA83CDA-F06A-40C3-A96C-7286884DD056}" srcOrd="0" destOrd="0" presId="urn:microsoft.com/office/officeart/2005/8/layout/list1"/>
    <dgm:cxn modelId="{562EC5FB-6451-4FB3-A664-BDA9AD92E822}" type="presOf" srcId="{A640F442-C1DF-440A-89E7-8BBEB3E50F15}" destId="{3E5B5EA9-B5BD-4241-B3C0-E8C75B41DBD6}" srcOrd="0" destOrd="0" presId="urn:microsoft.com/office/officeart/2005/8/layout/list1"/>
    <dgm:cxn modelId="{3387D3DF-277F-403E-88EC-84631ADA5D10}" type="presParOf" srcId="{3E5B5EA9-B5BD-4241-B3C0-E8C75B41DBD6}" destId="{ED73E1E5-FCE1-4155-92BC-E792EF7BD3AD}" srcOrd="0" destOrd="0" presId="urn:microsoft.com/office/officeart/2005/8/layout/list1"/>
    <dgm:cxn modelId="{D884EB9C-D997-4E60-84DC-464045CE200C}" type="presParOf" srcId="{ED73E1E5-FCE1-4155-92BC-E792EF7BD3AD}" destId="{82CB0555-ED64-40F7-860C-605FECEC6E13}" srcOrd="0" destOrd="0" presId="urn:microsoft.com/office/officeart/2005/8/layout/list1"/>
    <dgm:cxn modelId="{5185B494-DE36-463B-B93A-CF1F71150781}" type="presParOf" srcId="{ED73E1E5-FCE1-4155-92BC-E792EF7BD3AD}" destId="{178347C0-3AAE-4589-864A-F80469EC4F14}" srcOrd="1" destOrd="0" presId="urn:microsoft.com/office/officeart/2005/8/layout/list1"/>
    <dgm:cxn modelId="{463CBCDF-7C3E-477C-BC93-12DCEC572D92}" type="presParOf" srcId="{3E5B5EA9-B5BD-4241-B3C0-E8C75B41DBD6}" destId="{C34A31EE-865B-4718-80FC-5F457DBA97E0}" srcOrd="1" destOrd="0" presId="urn:microsoft.com/office/officeart/2005/8/layout/list1"/>
    <dgm:cxn modelId="{4054252A-E640-43B9-961F-2B6181216136}" type="presParOf" srcId="{3E5B5EA9-B5BD-4241-B3C0-E8C75B41DBD6}" destId="{07D8B2E7-09DB-4683-B4C5-2B690947BF49}" srcOrd="2" destOrd="0" presId="urn:microsoft.com/office/officeart/2005/8/layout/list1"/>
    <dgm:cxn modelId="{E29B1FF3-37D6-410E-9E28-7D5CEA2BB914}" type="presParOf" srcId="{3E5B5EA9-B5BD-4241-B3C0-E8C75B41DBD6}" destId="{7D0D8AE9-9253-468F-A988-CAEA16B03D94}" srcOrd="3" destOrd="0" presId="urn:microsoft.com/office/officeart/2005/8/layout/list1"/>
    <dgm:cxn modelId="{5FC6D65C-DBF4-4288-92A4-260AAA4AA472}" type="presParOf" srcId="{3E5B5EA9-B5BD-4241-B3C0-E8C75B41DBD6}" destId="{A74B3E21-3E35-498B-8297-A2EEA830981B}" srcOrd="4" destOrd="0" presId="urn:microsoft.com/office/officeart/2005/8/layout/list1"/>
    <dgm:cxn modelId="{811AA7CC-9045-4463-9C38-AB306518F4FF}" type="presParOf" srcId="{A74B3E21-3E35-498B-8297-A2EEA830981B}" destId="{F4BB40DD-2D7A-4AFF-9F62-36A2B43423D3}" srcOrd="0" destOrd="0" presId="urn:microsoft.com/office/officeart/2005/8/layout/list1"/>
    <dgm:cxn modelId="{3DF0D70A-E438-46BD-98AA-4CFB77FFE61F}" type="presParOf" srcId="{A74B3E21-3E35-498B-8297-A2EEA830981B}" destId="{A3F96084-FCA8-45A7-BE38-2093A50DF5E9}" srcOrd="1" destOrd="0" presId="urn:microsoft.com/office/officeart/2005/8/layout/list1"/>
    <dgm:cxn modelId="{3090CD21-BD2B-408F-92F6-3CF1CAA65E0C}" type="presParOf" srcId="{3E5B5EA9-B5BD-4241-B3C0-E8C75B41DBD6}" destId="{5ACAA562-F135-4753-AD4E-5588D301D210}" srcOrd="5" destOrd="0" presId="urn:microsoft.com/office/officeart/2005/8/layout/list1"/>
    <dgm:cxn modelId="{95DB625C-C8A6-4DA8-B923-B140D863C5F3}" type="presParOf" srcId="{3E5B5EA9-B5BD-4241-B3C0-E8C75B41DBD6}" destId="{8D4FC24F-44C1-46D8-A006-D694A04F06A6}" srcOrd="6" destOrd="0" presId="urn:microsoft.com/office/officeart/2005/8/layout/list1"/>
    <dgm:cxn modelId="{62C9B82B-0474-4777-9428-A8043A3B9D4C}" type="presParOf" srcId="{3E5B5EA9-B5BD-4241-B3C0-E8C75B41DBD6}" destId="{95F7C227-3464-4D0C-8B7B-3788D0DE996C}" srcOrd="7" destOrd="0" presId="urn:microsoft.com/office/officeart/2005/8/layout/list1"/>
    <dgm:cxn modelId="{7739CB93-096F-4FBE-8D23-046F1FCE9D1B}" type="presParOf" srcId="{3E5B5EA9-B5BD-4241-B3C0-E8C75B41DBD6}" destId="{13D7AAA9-4D5A-435C-8DCC-6F687D9C12D9}" srcOrd="8" destOrd="0" presId="urn:microsoft.com/office/officeart/2005/8/layout/list1"/>
    <dgm:cxn modelId="{DBF676D0-5D17-4919-B095-EA1DD99BDD6E}" type="presParOf" srcId="{13D7AAA9-4D5A-435C-8DCC-6F687D9C12D9}" destId="{ED3006FB-BE81-45D0-95CB-A5993FD4F8FB}" srcOrd="0" destOrd="0" presId="urn:microsoft.com/office/officeart/2005/8/layout/list1"/>
    <dgm:cxn modelId="{888EB8C3-C07B-45AC-A05F-BFEDF05CC6CC}" type="presParOf" srcId="{13D7AAA9-4D5A-435C-8DCC-6F687D9C12D9}" destId="{C2250801-C231-42F1-B28C-0462B1C044AA}" srcOrd="1" destOrd="0" presId="urn:microsoft.com/office/officeart/2005/8/layout/list1"/>
    <dgm:cxn modelId="{26EC54B2-0A74-4A7C-8EE3-712505A92254}" type="presParOf" srcId="{3E5B5EA9-B5BD-4241-B3C0-E8C75B41DBD6}" destId="{BDABEECA-D0E5-4FDC-B5BF-EF066F9DA0D0}" srcOrd="9" destOrd="0" presId="urn:microsoft.com/office/officeart/2005/8/layout/list1"/>
    <dgm:cxn modelId="{7E4CF006-A725-44D0-8D1B-7B488E6F5F64}" type="presParOf" srcId="{3E5B5EA9-B5BD-4241-B3C0-E8C75B41DBD6}" destId="{FD296B47-3573-4D0B-AD8D-667B8A3D1097}" srcOrd="10" destOrd="0" presId="urn:microsoft.com/office/officeart/2005/8/layout/list1"/>
    <dgm:cxn modelId="{06268E99-EB80-4D67-A7FA-F8B09D860CE6}" type="presParOf" srcId="{3E5B5EA9-B5BD-4241-B3C0-E8C75B41DBD6}" destId="{041DD793-E931-46C3-974E-57F0002E5727}" srcOrd="11" destOrd="0" presId="urn:microsoft.com/office/officeart/2005/8/layout/list1"/>
    <dgm:cxn modelId="{E4826399-BA14-4BFF-8518-56E7B770531B}" type="presParOf" srcId="{3E5B5EA9-B5BD-4241-B3C0-E8C75B41DBD6}" destId="{D1263494-4639-4267-ABCC-093F9CC05743}" srcOrd="12" destOrd="0" presId="urn:microsoft.com/office/officeart/2005/8/layout/list1"/>
    <dgm:cxn modelId="{4048BB0D-58B6-4D69-8905-00E72D2C52D9}" type="presParOf" srcId="{D1263494-4639-4267-ABCC-093F9CC05743}" destId="{2BA83CDA-F06A-40C3-A96C-7286884DD056}" srcOrd="0" destOrd="0" presId="urn:microsoft.com/office/officeart/2005/8/layout/list1"/>
    <dgm:cxn modelId="{BDF301D7-9423-4E0B-9D03-E9A808AF7D7D}" type="presParOf" srcId="{D1263494-4639-4267-ABCC-093F9CC05743}" destId="{40E21E90-1D52-40BC-8974-AAD6B4CD492F}" srcOrd="1" destOrd="0" presId="urn:microsoft.com/office/officeart/2005/8/layout/list1"/>
    <dgm:cxn modelId="{62E495D1-A3B9-4EFB-8926-8B2DAF44D44F}" type="presParOf" srcId="{3E5B5EA9-B5BD-4241-B3C0-E8C75B41DBD6}" destId="{7D41F1D8-C793-4817-8686-0C9F72327076}" srcOrd="13" destOrd="0" presId="urn:microsoft.com/office/officeart/2005/8/layout/list1"/>
    <dgm:cxn modelId="{9711CEA0-E6F3-4D3D-A1A1-73163491E735}" type="presParOf" srcId="{3E5B5EA9-B5BD-4241-B3C0-E8C75B41DBD6}" destId="{85F7AA3F-135F-4550-A151-57DF0DB4142F}" srcOrd="14" destOrd="0" presId="urn:microsoft.com/office/officeart/2005/8/layout/list1"/>
    <dgm:cxn modelId="{B32C0B5A-17A2-41AD-B22D-47B77D25599C}" type="presParOf" srcId="{3E5B5EA9-B5BD-4241-B3C0-E8C75B41DBD6}" destId="{D97C2347-2E11-4310-AAA9-82A7DC6CCF6D}" srcOrd="15" destOrd="0" presId="urn:microsoft.com/office/officeart/2005/8/layout/list1"/>
    <dgm:cxn modelId="{6A8601DC-9D50-46BC-97DA-BB2A64689D9C}" type="presParOf" srcId="{3E5B5EA9-B5BD-4241-B3C0-E8C75B41DBD6}" destId="{8DC6221B-8D32-4C67-A6CB-719A9FC4E51F}" srcOrd="16" destOrd="0" presId="urn:microsoft.com/office/officeart/2005/8/layout/list1"/>
    <dgm:cxn modelId="{FF4D86B6-F4E4-47DD-888E-97CA14D8A289}" type="presParOf" srcId="{8DC6221B-8D32-4C67-A6CB-719A9FC4E51F}" destId="{FE1EE35F-44B8-40E8-9356-ED5CE9FEFD74}" srcOrd="0" destOrd="0" presId="urn:microsoft.com/office/officeart/2005/8/layout/list1"/>
    <dgm:cxn modelId="{9DB225AC-8165-4A34-B369-0E26B459CDC1}" type="presParOf" srcId="{8DC6221B-8D32-4C67-A6CB-719A9FC4E51F}" destId="{6ABD45E5-971F-45F0-93D8-D93C013A5237}" srcOrd="1" destOrd="0" presId="urn:microsoft.com/office/officeart/2005/8/layout/list1"/>
    <dgm:cxn modelId="{D38F5F64-11FC-4919-8802-E4FEECF8D874}" type="presParOf" srcId="{3E5B5EA9-B5BD-4241-B3C0-E8C75B41DBD6}" destId="{C84EC08A-A09F-4EC7-9167-EDF6B44C3B40}" srcOrd="17" destOrd="0" presId="urn:microsoft.com/office/officeart/2005/8/layout/list1"/>
    <dgm:cxn modelId="{818C151B-1A06-4E05-8549-DD653FD98966}" type="presParOf" srcId="{3E5B5EA9-B5BD-4241-B3C0-E8C75B41DBD6}" destId="{9495189F-0EBD-4F07-AC9F-5A334CF6AA4D}" srcOrd="18" destOrd="0" presId="urn:microsoft.com/office/officeart/2005/8/layout/list1"/>
    <dgm:cxn modelId="{F66FB0B1-A35E-4304-88E6-9B73D5A77077}" type="presParOf" srcId="{3E5B5EA9-B5BD-4241-B3C0-E8C75B41DBD6}" destId="{7EE1CCA0-19EF-4C4C-BE20-8289FA38C331}" srcOrd="19" destOrd="0" presId="urn:microsoft.com/office/officeart/2005/8/layout/list1"/>
    <dgm:cxn modelId="{B5538564-27B9-4EDB-85D7-7A77F040F5F3}" type="presParOf" srcId="{3E5B5EA9-B5BD-4241-B3C0-E8C75B41DBD6}" destId="{0EED1300-1EF9-40AA-BDE1-45F15CF2FD75}" srcOrd="20" destOrd="0" presId="urn:microsoft.com/office/officeart/2005/8/layout/list1"/>
    <dgm:cxn modelId="{C07EC991-4929-4BE4-BF26-5EAD382986AC}" type="presParOf" srcId="{0EED1300-1EF9-40AA-BDE1-45F15CF2FD75}" destId="{1682620C-1822-46DF-B45F-64E0011B02A1}" srcOrd="0" destOrd="0" presId="urn:microsoft.com/office/officeart/2005/8/layout/list1"/>
    <dgm:cxn modelId="{E09BF93B-242E-4AF6-B92E-FB632F6CE137}" type="presParOf" srcId="{0EED1300-1EF9-40AA-BDE1-45F15CF2FD75}" destId="{C5768D85-6313-4B09-B84D-6FB043FD2847}" srcOrd="1" destOrd="0" presId="urn:microsoft.com/office/officeart/2005/8/layout/list1"/>
    <dgm:cxn modelId="{E609C324-28D3-40CA-BCD2-92D201BAA89B}" type="presParOf" srcId="{3E5B5EA9-B5BD-4241-B3C0-E8C75B41DBD6}" destId="{1662D4B8-2973-4265-AE09-25539E839924}" srcOrd="21" destOrd="0" presId="urn:microsoft.com/office/officeart/2005/8/layout/list1"/>
    <dgm:cxn modelId="{F63DB99C-B0F5-4F2F-8FAC-F4FED72CDEEE}" type="presParOf" srcId="{3E5B5EA9-B5BD-4241-B3C0-E8C75B41DBD6}" destId="{1D9C3165-1EEE-48D8-A5CC-D2B6262565F4}" srcOrd="22" destOrd="0" presId="urn:microsoft.com/office/officeart/2005/8/layout/list1"/>
    <dgm:cxn modelId="{A1AEF48A-DD32-4B3C-A026-A544BDDAC9F5}" type="presParOf" srcId="{3E5B5EA9-B5BD-4241-B3C0-E8C75B41DBD6}" destId="{508C4065-DEDA-4DF8-ADD5-F150A2FA2145}" srcOrd="23" destOrd="0" presId="urn:microsoft.com/office/officeart/2005/8/layout/list1"/>
    <dgm:cxn modelId="{E1E2BBD5-92D0-4CA2-B483-CD7E758FDEB6}" type="presParOf" srcId="{3E5B5EA9-B5BD-4241-B3C0-E8C75B41DBD6}" destId="{07265F01-715D-4476-BD4C-3DBC70FD395D}" srcOrd="24" destOrd="0" presId="urn:microsoft.com/office/officeart/2005/8/layout/list1"/>
    <dgm:cxn modelId="{38EE6534-3228-4FC7-9D3C-758A5CD1D350}" type="presParOf" srcId="{07265F01-715D-4476-BD4C-3DBC70FD395D}" destId="{E3F65CD4-BFAF-4C7B-AFF2-7F5547589AD5}" srcOrd="0" destOrd="0" presId="urn:microsoft.com/office/officeart/2005/8/layout/list1"/>
    <dgm:cxn modelId="{98536F27-20AC-41D1-B8A9-C6818D696B37}" type="presParOf" srcId="{07265F01-715D-4476-BD4C-3DBC70FD395D}" destId="{2A13A260-8397-4327-8C9E-D1022EE80AB4}" srcOrd="1" destOrd="0" presId="urn:microsoft.com/office/officeart/2005/8/layout/list1"/>
    <dgm:cxn modelId="{C03CCD6F-4C01-4847-A48D-1D4FE7A80503}" type="presParOf" srcId="{3E5B5EA9-B5BD-4241-B3C0-E8C75B41DBD6}" destId="{C586F89A-8093-473E-9A77-BF6C0B842114}" srcOrd="25" destOrd="0" presId="urn:microsoft.com/office/officeart/2005/8/layout/list1"/>
    <dgm:cxn modelId="{F44FB9BA-AAAB-4D7C-8D7E-AE294C122A4A}" type="presParOf" srcId="{3E5B5EA9-B5BD-4241-B3C0-E8C75B41DBD6}" destId="{61E9DD66-5D51-4158-AE80-ECE8061D16CB}" srcOrd="2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D8B2E7-09DB-4683-B4C5-2B690947BF49}">
      <dsp:nvSpPr>
        <dsp:cNvPr id="0" name=""/>
        <dsp:cNvSpPr/>
      </dsp:nvSpPr>
      <dsp:spPr>
        <a:xfrm>
          <a:off x="0" y="239152"/>
          <a:ext cx="5175384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8347C0-3AAE-4589-864A-F80469EC4F14}">
      <dsp:nvSpPr>
        <dsp:cNvPr id="0" name=""/>
        <dsp:cNvSpPr/>
      </dsp:nvSpPr>
      <dsp:spPr>
        <a:xfrm>
          <a:off x="258769" y="47272"/>
          <a:ext cx="3622768" cy="3837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932" tIns="0" rIns="136932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Raw Data </a:t>
          </a:r>
        </a:p>
      </dsp:txBody>
      <dsp:txXfrm>
        <a:off x="277503" y="66006"/>
        <a:ext cx="3585300" cy="346292"/>
      </dsp:txXfrm>
    </dsp:sp>
    <dsp:sp modelId="{8D4FC24F-44C1-46D8-A006-D694A04F06A6}">
      <dsp:nvSpPr>
        <dsp:cNvPr id="0" name=""/>
        <dsp:cNvSpPr/>
      </dsp:nvSpPr>
      <dsp:spPr>
        <a:xfrm>
          <a:off x="0" y="828832"/>
          <a:ext cx="5175384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242561"/>
              <a:satOff val="-13988"/>
              <a:lumOff val="14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F96084-FCA8-45A7-BE38-2093A50DF5E9}">
      <dsp:nvSpPr>
        <dsp:cNvPr id="0" name=""/>
        <dsp:cNvSpPr/>
      </dsp:nvSpPr>
      <dsp:spPr>
        <a:xfrm>
          <a:off x="258769" y="636953"/>
          <a:ext cx="3622768" cy="383760"/>
        </a:xfrm>
        <a:prstGeom prst="roundRect">
          <a:avLst/>
        </a:prstGeom>
        <a:solidFill>
          <a:schemeClr val="accent2">
            <a:hueOff val="-242561"/>
            <a:satOff val="-13988"/>
            <a:lumOff val="143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932" tIns="0" rIns="136932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Cleaning </a:t>
          </a:r>
        </a:p>
      </dsp:txBody>
      <dsp:txXfrm>
        <a:off x="277503" y="655687"/>
        <a:ext cx="3585300" cy="346292"/>
      </dsp:txXfrm>
    </dsp:sp>
    <dsp:sp modelId="{FD296B47-3573-4D0B-AD8D-667B8A3D1097}">
      <dsp:nvSpPr>
        <dsp:cNvPr id="0" name=""/>
        <dsp:cNvSpPr/>
      </dsp:nvSpPr>
      <dsp:spPr>
        <a:xfrm>
          <a:off x="0" y="1418513"/>
          <a:ext cx="5175384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485121"/>
              <a:satOff val="-27976"/>
              <a:lumOff val="28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250801-C231-42F1-B28C-0462B1C044AA}">
      <dsp:nvSpPr>
        <dsp:cNvPr id="0" name=""/>
        <dsp:cNvSpPr/>
      </dsp:nvSpPr>
      <dsp:spPr>
        <a:xfrm>
          <a:off x="258769" y="1226633"/>
          <a:ext cx="3622768" cy="383760"/>
        </a:xfrm>
        <a:prstGeom prst="roundRect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932" tIns="0" rIns="136932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EDA </a:t>
          </a:r>
        </a:p>
      </dsp:txBody>
      <dsp:txXfrm>
        <a:off x="277503" y="1245367"/>
        <a:ext cx="3585300" cy="346292"/>
      </dsp:txXfrm>
    </dsp:sp>
    <dsp:sp modelId="{85F7AA3F-135F-4550-A151-57DF0DB4142F}">
      <dsp:nvSpPr>
        <dsp:cNvPr id="0" name=""/>
        <dsp:cNvSpPr/>
      </dsp:nvSpPr>
      <dsp:spPr>
        <a:xfrm>
          <a:off x="0" y="2008193"/>
          <a:ext cx="5175384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E21E90-1D52-40BC-8974-AAD6B4CD492F}">
      <dsp:nvSpPr>
        <dsp:cNvPr id="0" name=""/>
        <dsp:cNvSpPr/>
      </dsp:nvSpPr>
      <dsp:spPr>
        <a:xfrm>
          <a:off x="258769" y="1816313"/>
          <a:ext cx="3622768" cy="383760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932" tIns="0" rIns="136932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Feature Engineering </a:t>
          </a:r>
        </a:p>
      </dsp:txBody>
      <dsp:txXfrm>
        <a:off x="277503" y="1835047"/>
        <a:ext cx="3585300" cy="346292"/>
      </dsp:txXfrm>
    </dsp:sp>
    <dsp:sp modelId="{9495189F-0EBD-4F07-AC9F-5A334CF6AA4D}">
      <dsp:nvSpPr>
        <dsp:cNvPr id="0" name=""/>
        <dsp:cNvSpPr/>
      </dsp:nvSpPr>
      <dsp:spPr>
        <a:xfrm>
          <a:off x="0" y="2597873"/>
          <a:ext cx="5175384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970242"/>
              <a:satOff val="-55952"/>
              <a:lumOff val="575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BD45E5-971F-45F0-93D8-D93C013A5237}">
      <dsp:nvSpPr>
        <dsp:cNvPr id="0" name=""/>
        <dsp:cNvSpPr/>
      </dsp:nvSpPr>
      <dsp:spPr>
        <a:xfrm>
          <a:off x="258769" y="2405993"/>
          <a:ext cx="3622768" cy="383760"/>
        </a:xfrm>
        <a:prstGeom prst="roundRect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932" tIns="0" rIns="136932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Model Training</a:t>
          </a:r>
        </a:p>
      </dsp:txBody>
      <dsp:txXfrm>
        <a:off x="277503" y="2424727"/>
        <a:ext cx="3585300" cy="346292"/>
      </dsp:txXfrm>
    </dsp:sp>
    <dsp:sp modelId="{1D9C3165-1EEE-48D8-A5CC-D2B6262565F4}">
      <dsp:nvSpPr>
        <dsp:cNvPr id="0" name=""/>
        <dsp:cNvSpPr/>
      </dsp:nvSpPr>
      <dsp:spPr>
        <a:xfrm>
          <a:off x="0" y="3187553"/>
          <a:ext cx="5175384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212803"/>
              <a:satOff val="-69940"/>
              <a:lumOff val="71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768D85-6313-4B09-B84D-6FB043FD2847}">
      <dsp:nvSpPr>
        <dsp:cNvPr id="0" name=""/>
        <dsp:cNvSpPr/>
      </dsp:nvSpPr>
      <dsp:spPr>
        <a:xfrm>
          <a:off x="258769" y="2995673"/>
          <a:ext cx="3622768" cy="383760"/>
        </a:xfrm>
        <a:prstGeom prst="roundRect">
          <a:avLst/>
        </a:prstGeom>
        <a:solidFill>
          <a:schemeClr val="accent2">
            <a:hueOff val="-1212803"/>
            <a:satOff val="-69940"/>
            <a:lumOff val="719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932" tIns="0" rIns="136932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Evaluation</a:t>
          </a:r>
        </a:p>
      </dsp:txBody>
      <dsp:txXfrm>
        <a:off x="277503" y="3014407"/>
        <a:ext cx="3585300" cy="346292"/>
      </dsp:txXfrm>
    </dsp:sp>
    <dsp:sp modelId="{61E9DD66-5D51-4158-AE80-ECE8061D16CB}">
      <dsp:nvSpPr>
        <dsp:cNvPr id="0" name=""/>
        <dsp:cNvSpPr/>
      </dsp:nvSpPr>
      <dsp:spPr>
        <a:xfrm>
          <a:off x="0" y="3777233"/>
          <a:ext cx="5175384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13A260-8397-4327-8C9E-D1022EE80AB4}">
      <dsp:nvSpPr>
        <dsp:cNvPr id="0" name=""/>
        <dsp:cNvSpPr/>
      </dsp:nvSpPr>
      <dsp:spPr>
        <a:xfrm>
          <a:off x="258769" y="3585353"/>
          <a:ext cx="3622768" cy="383760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932" tIns="0" rIns="136932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Deployment</a:t>
          </a:r>
        </a:p>
      </dsp:txBody>
      <dsp:txXfrm>
        <a:off x="277503" y="3604087"/>
        <a:ext cx="3585300" cy="3462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1214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214/aos/1013203451" TargetMode="External"/><Relationship Id="rId13" Type="http://schemas.openxmlformats.org/officeDocument/2006/relationships/hyperlink" Target="https://doi.org/10.1145/2382577.2382579" TargetMode="External"/><Relationship Id="rId3" Type="http://schemas.openxmlformats.org/officeDocument/2006/relationships/hyperlink" Target="https://fairmlbook.org/" TargetMode="External"/><Relationship Id="rId7" Type="http://schemas.openxmlformats.org/officeDocument/2006/relationships/hyperlink" Target="https://doi.org/10.5194/gmd-7-1247-2014" TargetMode="External"/><Relationship Id="rId12" Type="http://schemas.openxmlformats.org/officeDocument/2006/relationships/hyperlink" Target="https://www.iea.org/energy-system/transport/aviation" TargetMode="External"/><Relationship Id="rId2" Type="http://schemas.openxmlformats.org/officeDocument/2006/relationships/notesSlide" Target="../notesSlides/notesSlide18.xml"/><Relationship Id="rId16" Type="http://schemas.openxmlformats.org/officeDocument/2006/relationships/hyperlink" Target="https://doi.org/10.59490/joas.2023.7201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i.org/10.1201/9781315139470" TargetMode="External"/><Relationship Id="rId11" Type="http://schemas.openxmlformats.org/officeDocument/2006/relationships/hyperlink" Target="https://www.icao.int/environmental-protection/CarbonOffset/Pages/default.aspx" TargetMode="External"/><Relationship Id="rId5" Type="http://schemas.openxmlformats.org/officeDocument/2006/relationships/hyperlink" Target="https://doi.org/10.1023/A:1010933404324" TargetMode="External"/><Relationship Id="rId15" Type="http://schemas.openxmlformats.org/officeDocument/2006/relationships/hyperlink" Target="https://doi.org/10.1145/507533.507538" TargetMode="External"/><Relationship Id="rId10" Type="http://schemas.openxmlformats.org/officeDocument/2006/relationships/hyperlink" Target="https://doi.org/10.1080/00401706.1970.10488634" TargetMode="External"/><Relationship Id="rId4" Type="http://schemas.openxmlformats.org/officeDocument/2006/relationships/hyperlink" Target="https://doi.org/10.1111/j.2517-6161.1964.tb00553.x" TargetMode="External"/><Relationship Id="rId9" Type="http://schemas.openxmlformats.org/officeDocument/2006/relationships/hyperlink" Target="https://doi.org/10.1007/978-0-387-84858-7" TargetMode="External"/><Relationship Id="rId14" Type="http://schemas.openxmlformats.org/officeDocument/2006/relationships/hyperlink" Target="https://doi.org/10.1007/978-1-4614-6849-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0" y="0"/>
            <a:ext cx="6583680" cy="5143500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2560320" y="0"/>
            <a:ext cx="6583680" cy="164592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7003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74320" y="19202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C8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</a:t>
            </a:r>
            <a:endParaRPr lang="en-US" dirty="0"/>
          </a:p>
          <a:p>
            <a:pPr marL="0" indent="0">
              <a:buNone/>
            </a:pPr>
            <a:r>
              <a:rPr lang="en-US" i="1" dirty="0">
                <a:solidFill>
                  <a:srgbClr val="C8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74320" y="2834640"/>
            <a:ext cx="1645920" cy="16459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274320" y="36118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7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2 -</a:t>
            </a:r>
            <a:r>
              <a:rPr lang="en-US" sz="950" dirty="0"/>
              <a:t> </a:t>
            </a:r>
            <a:r>
              <a:rPr lang="en-US" sz="950" b="1" dirty="0">
                <a:solidFill>
                  <a:srgbClr val="E87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880360" y="59436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Predicting CO₂ Emissions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880360" y="123444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C144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Commercial Aviation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2880360" y="1783080"/>
            <a:ext cx="5029200" cy="20117"/>
          </a:xfrm>
          <a:prstGeom prst="rect">
            <a:avLst/>
          </a:prstGeom>
          <a:solidFill>
            <a:srgbClr val="D9CFC1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2880360" y="190195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Regression Approach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80360" y="26060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33088" y="260604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Zarin Tasnim Nuzhat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80360" y="297180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No.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33088" y="297180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2510148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80360" y="333756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Leader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33088" y="333756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Xin Lu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80360" y="406908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“Can a machine learning model estimate flight CO₂ from pre-flight data alone?”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732520" y="47548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9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0D6A1CD-AA53-5791-198D-E67D1CC1B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005163"/>
            <a:ext cx="1885406" cy="5184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0"/>
            <a:ext cx="365760" cy="514350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5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Presentation Covers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1097280" cy="22860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732520" y="47548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572768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144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50392" y="1664208"/>
            <a:ext cx="16459" cy="347472"/>
          </a:xfrm>
          <a:prstGeom prst="rect">
            <a:avLst/>
          </a:prstGeom>
          <a:solidFill>
            <a:srgbClr val="D9CFC1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923544" y="160934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Business Case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23544" y="18379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aviation emissions matter, who benefits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63440" y="1572768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144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102352" y="1664208"/>
            <a:ext cx="16459" cy="347472"/>
          </a:xfrm>
          <a:prstGeom prst="rect">
            <a:avLst/>
          </a:prstGeom>
          <a:solidFill>
            <a:srgbClr val="D9CFC1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175504" y="160934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Exploration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75504" y="18379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AeroSCOPE: 293,838 routes, EDA findings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2231136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144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50392" y="2322576"/>
            <a:ext cx="16459" cy="347472"/>
          </a:xfrm>
          <a:prstGeom prst="rect">
            <a:avLst/>
          </a:prstGeom>
          <a:solidFill>
            <a:srgbClr val="D9CFC1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923544" y="226771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23544" y="249631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Six-stage pipeline: cleaning, encoding, scaling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63440" y="2231136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144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102352" y="2322576"/>
            <a:ext cx="16459" cy="347472"/>
          </a:xfrm>
          <a:prstGeom prst="rect">
            <a:avLst/>
          </a:prstGeom>
          <a:solidFill>
            <a:srgbClr val="D9CFC1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5175504" y="226771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75504" y="249631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Five-model comparison with academic justification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1480" y="2889504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144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50392" y="2980944"/>
            <a:ext cx="16459" cy="347472"/>
          </a:xfrm>
          <a:prstGeom prst="rect">
            <a:avLst/>
          </a:prstGeom>
          <a:solidFill>
            <a:srgbClr val="D9CFC1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923544" y="292608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23544" y="315468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 — 614 seconds, CV-R² = 0.9998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63440" y="2889504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144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102352" y="2980944"/>
            <a:ext cx="16459" cy="347472"/>
          </a:xfrm>
          <a:prstGeom prst="rect">
            <a:avLst/>
          </a:prstGeom>
          <a:solidFill>
            <a:srgbClr val="D9CFC1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5175504" y="292608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Data Leakage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75504" y="315468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R² = 1.00 is a warning, not a win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1480" y="3547872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144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50392" y="3639312"/>
            <a:ext cx="16459" cy="347472"/>
          </a:xfrm>
          <a:prstGeom prst="rect">
            <a:avLst/>
          </a:prstGeom>
          <a:solidFill>
            <a:srgbClr val="D9CFC1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923544" y="358444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Walkthrough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23544" y="381304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 of the Jupyter Notebook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663440" y="3547872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144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102352" y="3639312"/>
            <a:ext cx="16459" cy="347472"/>
          </a:xfrm>
          <a:prstGeom prst="rect">
            <a:avLst/>
          </a:prstGeom>
          <a:solidFill>
            <a:srgbClr val="D9CFC1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5175504" y="358444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Business Value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75504" y="381304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integration, monitoring, stakeholder impact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11480" y="4206240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144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850392" y="4297680"/>
            <a:ext cx="16459" cy="347472"/>
          </a:xfrm>
          <a:prstGeom prst="rect">
            <a:avLst/>
          </a:prstGeom>
          <a:solidFill>
            <a:srgbClr val="D9CFC1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923544" y="424281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&amp; Challenges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23544" y="447141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Bias, fairness, GDPR, challenges resolved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663440" y="4206240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144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102352" y="4297680"/>
            <a:ext cx="16459" cy="347472"/>
          </a:xfrm>
          <a:prstGeom prst="rect">
            <a:avLst/>
          </a:prstGeom>
          <a:solidFill>
            <a:srgbClr val="D9CFC1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5175504" y="424281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References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175504" y="447141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Limitations, future work, all citations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0"/>
            <a:ext cx="365760" cy="514350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5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Aviation CO₂ Prediction Matter?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5156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pressure meets data-driven opportunity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1480" y="1481328"/>
            <a:ext cx="1097280" cy="22860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8732520" y="47548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8288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0" b="1" dirty="0">
                <a:solidFill>
                  <a:srgbClr val="C144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2.5%</a:t>
            </a:r>
            <a:endParaRPr lang="en-US" sz="6200" dirty="0"/>
          </a:p>
        </p:txBody>
      </p:sp>
      <p:sp>
        <p:nvSpPr>
          <p:cNvPr id="9" name="Text 7"/>
          <p:cNvSpPr/>
          <p:nvPr/>
        </p:nvSpPr>
        <p:spPr>
          <a:xfrm>
            <a:off x="411480" y="2743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global CO₂ emissions from aviation — rising post-pandemic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5131" y="3200400"/>
            <a:ext cx="27144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IEA (2023). Aviation. International Energy Agency.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017520" y="1719072"/>
            <a:ext cx="16459" cy="2011680"/>
          </a:xfrm>
          <a:prstGeom prst="rect">
            <a:avLst/>
          </a:prstGeom>
          <a:solidFill>
            <a:srgbClr val="D9CFC1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3246120" y="171907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Challenge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46120" y="2084832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physics-based models require in-flight data — fuel load, passenger weights, weather deviations — that simply does not exist at the route-planning stage.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57800" y="26517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ICAO (2021). Carbon Emissions Calculator Methodology.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246120" y="28346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46120" y="3108960"/>
            <a:ext cx="5303520" cy="658368"/>
          </a:xfrm>
          <a:prstGeom prst="rect">
            <a:avLst/>
          </a:prstGeom>
          <a:solidFill>
            <a:srgbClr val="F5F0E8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364992" y="3145536"/>
            <a:ext cx="5065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“Can ML accurately estimate CO₂ from route-level and aircraft data available before a flight operates?”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3913632"/>
            <a:ext cx="2670048" cy="384048"/>
          </a:xfrm>
          <a:prstGeom prst="rect">
            <a:avLst/>
          </a:prstGeom>
          <a:solidFill>
            <a:srgbClr val="F5F0E8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530352" y="393192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Airlines — route planning &amp; CORSIA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9544" y="3913632"/>
            <a:ext cx="2670048" cy="384048"/>
          </a:xfrm>
          <a:prstGeom prst="rect">
            <a:avLst/>
          </a:prstGeom>
          <a:solidFill>
            <a:srgbClr val="F5F0E8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3328416" y="393192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 — verify emissions data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07608" y="3913632"/>
            <a:ext cx="2670048" cy="384048"/>
          </a:xfrm>
          <a:prstGeom prst="rect">
            <a:avLst/>
          </a:prstGeom>
          <a:solidFill>
            <a:srgbClr val="F5F0E8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6126480" y="393192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Passengers — carbon-aware booking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11480" y="4736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IEA (2023). Aviation — iea.org  |  ICAO (2021). Carbon Emissions Calculator — icao.int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0"/>
            <a:ext cx="365760" cy="514350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5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MACHINE LEARNING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vs Traditional Methods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5156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data-driven modelling brings to the table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1480" y="1481328"/>
            <a:ext cx="1097280" cy="22860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8732520" y="47548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Physics-Based Modelling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0" y="15727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Approach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1984248"/>
            <a:ext cx="3749040" cy="384048"/>
          </a:xfrm>
          <a:prstGeom prst="rect">
            <a:avLst/>
          </a:prstGeom>
          <a:solidFill>
            <a:srgbClr val="F5F0E8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30352" y="2002536"/>
            <a:ext cx="3511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Requires real-time in-flight fuel data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441448"/>
            <a:ext cx="3749040" cy="384048"/>
          </a:xfrm>
          <a:prstGeom prst="rect">
            <a:avLst/>
          </a:prstGeom>
          <a:solidFill>
            <a:srgbClr val="F5F0E8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30352" y="2459736"/>
            <a:ext cx="3511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Cannot generalise across aircraft types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898648"/>
            <a:ext cx="3749040" cy="384048"/>
          </a:xfrm>
          <a:prstGeom prst="rect">
            <a:avLst/>
          </a:prstGeom>
          <a:solidFill>
            <a:srgbClr val="F5F0E8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530352" y="2916936"/>
            <a:ext cx="3511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Needs specialist domain expertise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3355848"/>
            <a:ext cx="3749040" cy="384048"/>
          </a:xfrm>
          <a:prstGeom prst="rect">
            <a:avLst/>
          </a:prstGeom>
          <a:solidFill>
            <a:srgbClr val="F5F0E8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30352" y="3374136"/>
            <a:ext cx="3511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Unavailable at planning stage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3813048"/>
            <a:ext cx="3749040" cy="384048"/>
          </a:xfrm>
          <a:prstGeom prst="rect">
            <a:avLst/>
          </a:prstGeom>
          <a:solidFill>
            <a:srgbClr val="F5F0E8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530352" y="3831336"/>
            <a:ext cx="3511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Cannot scale to 244,000+ routes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1984248"/>
            <a:ext cx="4160520" cy="384048"/>
          </a:xfrm>
          <a:prstGeom prst="rect">
            <a:avLst/>
          </a:prstGeom>
          <a:solidFill>
            <a:srgbClr val="F5F0E8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681728" y="200253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Uses only pre-flight: distance, aircraft, seats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2441448"/>
            <a:ext cx="4160520" cy="384048"/>
          </a:xfrm>
          <a:prstGeom prst="rect">
            <a:avLst/>
          </a:prstGeom>
          <a:solidFill>
            <a:srgbClr val="F5F0E8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4681728" y="245973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Learns patterns directly from historical data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2898648"/>
            <a:ext cx="4160520" cy="384048"/>
          </a:xfrm>
          <a:prstGeom prst="rect">
            <a:avLst/>
          </a:prstGeom>
          <a:solidFill>
            <a:srgbClr val="F5F0E8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4681728" y="291693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Automated — no domain physics equations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3355848"/>
            <a:ext cx="4160520" cy="384048"/>
          </a:xfrm>
          <a:prstGeom prst="rect">
            <a:avLst/>
          </a:prstGeom>
          <a:solidFill>
            <a:srgbClr val="F5F0E8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4681728" y="337413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Works at scheduling time, before flights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3813048"/>
            <a:ext cx="4160520" cy="384048"/>
          </a:xfrm>
          <a:prstGeom prst="rect">
            <a:avLst/>
          </a:prstGeom>
          <a:solidFill>
            <a:srgbClr val="F5F0E8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4681728" y="383133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Batch predictions across all routes in seconds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178808" y="28072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8A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11480" y="4736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Breiman (2001). Random Forests. Machine Learning, 45(1), 5–32.  |  Hastie et al. (2009). Elements of Statistical Learning, 2nd ed. Springer.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0"/>
            <a:ext cx="365760" cy="514350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5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SELECTION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AeroSCOPE: An Open-Source Global Flight Database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02653"/>
            <a:ext cx="1097280" cy="45719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732520" y="47548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389888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C144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293,838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192024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route records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96312" y="1481328"/>
            <a:ext cx="16459" cy="658368"/>
          </a:xfrm>
          <a:prstGeom prst="rect">
            <a:avLst/>
          </a:prstGeom>
          <a:solidFill>
            <a:srgbClr val="D9CFC1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2606040" y="1389888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C144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06040" y="192024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per record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90872" y="1481328"/>
            <a:ext cx="16459" cy="658368"/>
          </a:xfrm>
          <a:prstGeom prst="rect">
            <a:avLst/>
          </a:prstGeom>
          <a:solidFill>
            <a:srgbClr val="D9CFC1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800600" y="1389888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C144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244,478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800600" y="192024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records (post-processing)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85432" y="1481328"/>
            <a:ext cx="16459" cy="658368"/>
          </a:xfrm>
          <a:prstGeom prst="rect">
            <a:avLst/>
          </a:prstGeom>
          <a:solidFill>
            <a:srgbClr val="D9CFC1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995160" y="1389888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C144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Zenodo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995160" y="192024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peer-reviewed open source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2331720"/>
            <a:ext cx="8229600" cy="22860"/>
          </a:xfrm>
          <a:prstGeom prst="rect">
            <a:avLst/>
          </a:prstGeom>
          <a:solidFill>
            <a:srgbClr val="D9CFC1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11480" y="2468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Record Contains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2834640"/>
            <a:ext cx="3977640" cy="475488"/>
          </a:xfrm>
          <a:prstGeom prst="rect">
            <a:avLst/>
          </a:prstGeom>
          <a:solidFill>
            <a:srgbClr val="F5F0E8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502920" y="286207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Geography: 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828800" y="286207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 &amp; arrival IATA codes, lat/lon, distance (km), domestic flag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53712" y="2834640"/>
            <a:ext cx="3977640" cy="475488"/>
          </a:xfrm>
          <a:prstGeom prst="rect">
            <a:avLst/>
          </a:prstGeom>
          <a:solidFill>
            <a:srgbClr val="F5F0E8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4645152" y="286207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Aircraft: 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971032" y="286207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ICAO type code, aircraft class (WB, NB, TP etc.), number of seats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3383280"/>
            <a:ext cx="3977640" cy="475488"/>
          </a:xfrm>
          <a:prstGeom prst="rect">
            <a:avLst/>
          </a:prstGeom>
          <a:solidFill>
            <a:srgbClr val="F5F0E8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502920" y="341071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Operations: 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828800" y="341071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flight frequency, Available Seat-Km (ASK), Revenue Passenger-Km (RPK)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53712" y="3383280"/>
            <a:ext cx="3977640" cy="475488"/>
          </a:xfrm>
          <a:prstGeom prst="rect">
            <a:avLst/>
          </a:prstGeom>
          <a:solidFill>
            <a:srgbClr val="F5F0E8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4645152" y="341071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 (Target): 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971032" y="341071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in tonnes per route per year — target variable for regression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11480" y="3931920"/>
            <a:ext cx="8339328" cy="475488"/>
          </a:xfrm>
          <a:prstGeom prst="rect">
            <a:avLst/>
          </a:prstGeom>
          <a:solidFill>
            <a:srgbClr val="F5F0E8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502920" y="395935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Estimates ⚠: 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828800" y="3959352"/>
            <a:ext cx="6830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fuel_burn, fuel_burn_seymour — derived from CO₂; source of leakage identified in Slide 12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11480" y="4736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Salgas et al. (2023). AeroSCOPE — compilation of open-source traffic &amp; CO₂ data for commercial aviation. J. Open Aviation Science, 1(2). doi:10.59490/joas.2023.7201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956475-E7FA-E3BA-9C4C-FA29FB36BF5D}"/>
              </a:ext>
            </a:extLst>
          </p:cNvPr>
          <p:cNvSpPr txBox="1"/>
          <p:nvPr/>
        </p:nvSpPr>
        <p:spPr>
          <a:xfrm>
            <a:off x="476250" y="480617"/>
            <a:ext cx="2563994" cy="41873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ML Pipeline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220588" y="2597039"/>
            <a:ext cx="4057650" cy="13716"/>
          </a:xfrm>
          <a:custGeom>
            <a:avLst/>
            <a:gdLst>
              <a:gd name="csX0" fmla="*/ 0 w 4057650"/>
              <a:gd name="csY0" fmla="*/ 0 h 13716"/>
              <a:gd name="csX1" fmla="*/ 757428 w 4057650"/>
              <a:gd name="csY1" fmla="*/ 0 h 13716"/>
              <a:gd name="csX2" fmla="*/ 1474279 w 4057650"/>
              <a:gd name="csY2" fmla="*/ 0 h 13716"/>
              <a:gd name="csX3" fmla="*/ 2191131 w 4057650"/>
              <a:gd name="csY3" fmla="*/ 0 h 13716"/>
              <a:gd name="csX4" fmla="*/ 2745676 w 4057650"/>
              <a:gd name="csY4" fmla="*/ 0 h 13716"/>
              <a:gd name="csX5" fmla="*/ 3340798 w 4057650"/>
              <a:gd name="csY5" fmla="*/ 0 h 13716"/>
              <a:gd name="csX6" fmla="*/ 4057650 w 4057650"/>
              <a:gd name="csY6" fmla="*/ 0 h 13716"/>
              <a:gd name="csX7" fmla="*/ 4057650 w 4057650"/>
              <a:gd name="csY7" fmla="*/ 13716 h 13716"/>
              <a:gd name="csX8" fmla="*/ 3381375 w 4057650"/>
              <a:gd name="csY8" fmla="*/ 13716 h 13716"/>
              <a:gd name="csX9" fmla="*/ 2826830 w 4057650"/>
              <a:gd name="csY9" fmla="*/ 13716 h 13716"/>
              <a:gd name="csX10" fmla="*/ 2272284 w 4057650"/>
              <a:gd name="csY10" fmla="*/ 13716 h 13716"/>
              <a:gd name="csX11" fmla="*/ 1555432 w 4057650"/>
              <a:gd name="csY11" fmla="*/ 13716 h 13716"/>
              <a:gd name="csX12" fmla="*/ 960310 w 4057650"/>
              <a:gd name="csY12" fmla="*/ 13716 h 13716"/>
              <a:gd name="csX13" fmla="*/ 0 w 4057650"/>
              <a:gd name="csY13" fmla="*/ 13716 h 13716"/>
              <a:gd name="csX14" fmla="*/ 0 w 4057650"/>
              <a:gd name="csY14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4057650" h="13716" fill="none" extrusionOk="0">
                <a:moveTo>
                  <a:pt x="0" y="0"/>
                </a:moveTo>
                <a:cubicBezTo>
                  <a:pt x="371182" y="3227"/>
                  <a:pt x="494372" y="9222"/>
                  <a:pt x="757428" y="0"/>
                </a:cubicBezTo>
                <a:cubicBezTo>
                  <a:pt x="1020484" y="-9222"/>
                  <a:pt x="1116719" y="-4357"/>
                  <a:pt x="1474279" y="0"/>
                </a:cubicBezTo>
                <a:cubicBezTo>
                  <a:pt x="1831839" y="4357"/>
                  <a:pt x="1920973" y="-11809"/>
                  <a:pt x="2191131" y="0"/>
                </a:cubicBezTo>
                <a:cubicBezTo>
                  <a:pt x="2461289" y="11809"/>
                  <a:pt x="2589480" y="-22604"/>
                  <a:pt x="2745676" y="0"/>
                </a:cubicBezTo>
                <a:cubicBezTo>
                  <a:pt x="2901872" y="22604"/>
                  <a:pt x="3136452" y="-12306"/>
                  <a:pt x="3340798" y="0"/>
                </a:cubicBezTo>
                <a:cubicBezTo>
                  <a:pt x="3545144" y="12306"/>
                  <a:pt x="3766934" y="-21556"/>
                  <a:pt x="4057650" y="0"/>
                </a:cubicBezTo>
                <a:cubicBezTo>
                  <a:pt x="4057378" y="4708"/>
                  <a:pt x="4057987" y="7132"/>
                  <a:pt x="4057650" y="13716"/>
                </a:cubicBezTo>
                <a:cubicBezTo>
                  <a:pt x="3743404" y="35553"/>
                  <a:pt x="3625516" y="-19495"/>
                  <a:pt x="3381375" y="13716"/>
                </a:cubicBezTo>
                <a:cubicBezTo>
                  <a:pt x="3137235" y="46927"/>
                  <a:pt x="2946571" y="-4571"/>
                  <a:pt x="2826830" y="13716"/>
                </a:cubicBezTo>
                <a:cubicBezTo>
                  <a:pt x="2707090" y="32003"/>
                  <a:pt x="2402756" y="-3140"/>
                  <a:pt x="2272284" y="13716"/>
                </a:cubicBezTo>
                <a:cubicBezTo>
                  <a:pt x="2141812" y="30572"/>
                  <a:pt x="1895935" y="13627"/>
                  <a:pt x="1555432" y="13716"/>
                </a:cubicBezTo>
                <a:cubicBezTo>
                  <a:pt x="1214929" y="13805"/>
                  <a:pt x="1103072" y="9931"/>
                  <a:pt x="960310" y="13716"/>
                </a:cubicBezTo>
                <a:cubicBezTo>
                  <a:pt x="817548" y="17501"/>
                  <a:pt x="402272" y="-33931"/>
                  <a:pt x="0" y="13716"/>
                </a:cubicBezTo>
                <a:cubicBezTo>
                  <a:pt x="-460" y="10837"/>
                  <a:pt x="38" y="6680"/>
                  <a:pt x="0" y="0"/>
                </a:cubicBezTo>
                <a:close/>
              </a:path>
              <a:path w="4057650" h="13716" stroke="0" extrusionOk="0">
                <a:moveTo>
                  <a:pt x="0" y="0"/>
                </a:moveTo>
                <a:cubicBezTo>
                  <a:pt x="248348" y="13145"/>
                  <a:pt x="486117" y="25042"/>
                  <a:pt x="635698" y="0"/>
                </a:cubicBezTo>
                <a:cubicBezTo>
                  <a:pt x="785279" y="-25042"/>
                  <a:pt x="917762" y="-5537"/>
                  <a:pt x="1190244" y="0"/>
                </a:cubicBezTo>
                <a:cubicBezTo>
                  <a:pt x="1462726" y="5537"/>
                  <a:pt x="1667120" y="-21232"/>
                  <a:pt x="1947672" y="0"/>
                </a:cubicBezTo>
                <a:cubicBezTo>
                  <a:pt x="2228224" y="21232"/>
                  <a:pt x="2280631" y="-21698"/>
                  <a:pt x="2583370" y="0"/>
                </a:cubicBezTo>
                <a:cubicBezTo>
                  <a:pt x="2886109" y="21698"/>
                  <a:pt x="3022941" y="19647"/>
                  <a:pt x="3219069" y="0"/>
                </a:cubicBezTo>
                <a:cubicBezTo>
                  <a:pt x="3415197" y="-19647"/>
                  <a:pt x="3747500" y="26991"/>
                  <a:pt x="4057650" y="0"/>
                </a:cubicBezTo>
                <a:cubicBezTo>
                  <a:pt x="4056980" y="3019"/>
                  <a:pt x="4057134" y="10425"/>
                  <a:pt x="4057650" y="13716"/>
                </a:cubicBezTo>
                <a:cubicBezTo>
                  <a:pt x="3865148" y="-7885"/>
                  <a:pt x="3702543" y="44896"/>
                  <a:pt x="3381375" y="13716"/>
                </a:cubicBezTo>
                <a:cubicBezTo>
                  <a:pt x="3060208" y="-17464"/>
                  <a:pt x="2956571" y="-13250"/>
                  <a:pt x="2826830" y="13716"/>
                </a:cubicBezTo>
                <a:cubicBezTo>
                  <a:pt x="2697089" y="40682"/>
                  <a:pt x="2411031" y="38582"/>
                  <a:pt x="2150555" y="13716"/>
                </a:cubicBezTo>
                <a:cubicBezTo>
                  <a:pt x="1890080" y="-11150"/>
                  <a:pt x="1741827" y="-5187"/>
                  <a:pt x="1474280" y="13716"/>
                </a:cubicBezTo>
                <a:cubicBezTo>
                  <a:pt x="1206734" y="32619"/>
                  <a:pt x="998203" y="28763"/>
                  <a:pt x="838581" y="13716"/>
                </a:cubicBezTo>
                <a:cubicBezTo>
                  <a:pt x="678959" y="-1331"/>
                  <a:pt x="187101" y="-17784"/>
                  <a:pt x="0" y="13716"/>
                </a:cubicBezTo>
                <a:cubicBezTo>
                  <a:pt x="-114" y="7033"/>
                  <a:pt x="103" y="342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F49BBC32-A5AF-39D3-51B6-42831F3253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0254606"/>
              </p:ext>
            </p:extLst>
          </p:nvPr>
        </p:nvGraphicFramePr>
        <p:xfrm>
          <a:off x="3486013" y="480616"/>
          <a:ext cx="5175384" cy="41521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Shape 3">
            <a:extLst>
              <a:ext uri="{FF2B5EF4-FFF2-40B4-BE49-F238E27FC236}">
                <a16:creationId xmlns:a16="http://schemas.microsoft.com/office/drawing/2014/main" id="{93D8D101-3B34-4911-E6DC-915EE9B3D2D5}"/>
              </a:ext>
            </a:extLst>
          </p:cNvPr>
          <p:cNvSpPr/>
          <p:nvPr/>
        </p:nvSpPr>
        <p:spPr>
          <a:xfrm>
            <a:off x="594360" y="2822448"/>
            <a:ext cx="1097280" cy="45719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9491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0"/>
            <a:ext cx="365760" cy="514350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5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Findings That Shaped Design Decisions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1097280" cy="22860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732520" y="47548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55448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411480" y="1554480"/>
            <a:ext cx="4114800" cy="64008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48640" y="168249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90195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distribution was severely right-skewed — a handful of long-haul, high-frequency routes dominated the scale.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441448"/>
            <a:ext cx="3749040" cy="22860"/>
          </a:xfrm>
          <a:prstGeom prst="rect">
            <a:avLst/>
          </a:prstGeom>
          <a:solidFill>
            <a:srgbClr val="D9CFC1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48640" y="250545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Applied log₁ₚ transformation to normalise distribution before modelling.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29077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&amp; Cox (1964). J. Royal Statistical Society B, 26(2), 211–252.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754880" y="155448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4754880" y="1554480"/>
            <a:ext cx="4114800" cy="6400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892040" y="168249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92040" y="190195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Wide-body (WB) and narrow-body (NB) aircraft showed distinctly higher emissions than turboprops (TP).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92040" y="2441448"/>
            <a:ext cx="3749040" cy="22860"/>
          </a:xfrm>
          <a:prstGeom prst="rect">
            <a:avLst/>
          </a:prstGeom>
          <a:solidFill>
            <a:srgbClr val="D9CFC1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892040" y="250545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Confirmed aircraft class as a strong, informative predictor — kept throughout all experiments.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92040" y="29077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Salgas et al. (2023). AeroSCOPE dataset.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11480" y="3218688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411480" y="3218688"/>
            <a:ext cx="4114800" cy="64008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548640" y="334670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35661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fuel_burn, ask, and rpk had near-perfect correlations (r &gt; 0.99) with CO₂ — the first warning of leakage.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105656"/>
            <a:ext cx="3749040" cy="22860"/>
          </a:xfrm>
          <a:prstGeom prst="rect">
            <a:avLst/>
          </a:prstGeom>
          <a:solidFill>
            <a:srgbClr val="D9CFC1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548640" y="416966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Flagged for critical investigation (Slide 12). These features are direct mathematical derivatives of CO₂.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8640" y="457200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Kaufman et al. (2012). ACM TKDD, 6(4).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754880" y="3218688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4754880" y="3218688"/>
            <a:ext cx="41148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4892040" y="334670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92040" y="35661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distance showed a strong positive relationship with emissions, consistent with fuel consumption physics.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92040" y="4105656"/>
            <a:ext cx="3749040" cy="22860"/>
          </a:xfrm>
          <a:prstGeom prst="rect">
            <a:avLst/>
          </a:prstGeom>
          <a:solidFill>
            <a:srgbClr val="D9CFC1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4892040" y="416966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Validated distance_km as a legitimate, non-leaked pre-flight feature for the production model.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92040" y="457200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ICAO (2021). Carbon Emissions Calculator.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35514B-41C7-FFC2-C0A3-8793A08DA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182880"/>
            <a:ext cx="4446270" cy="17785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7F5B13-BD10-4D71-EEED-8BA5286D1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0"/>
            <a:ext cx="3608832" cy="22555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81CD4E-3C19-3C92-AA7D-78F672B62659}"/>
              </a:ext>
            </a:extLst>
          </p:cNvPr>
          <p:cNvSpPr txBox="1"/>
          <p:nvPr/>
        </p:nvSpPr>
        <p:spPr>
          <a:xfrm>
            <a:off x="1086146" y="2010918"/>
            <a:ext cx="1002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  <a:latin typeface="Georgia" panose="02040502050405020303" pitchFamily="18" charset="0"/>
              </a:rPr>
              <a:t>Figure 1</a:t>
            </a:r>
            <a:endParaRPr lang="en-GB" dirty="0">
              <a:solidFill>
                <a:schemeClr val="accent4"/>
              </a:solidFill>
              <a:latin typeface="Georgia" panose="02040502050405020303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7B6975-25F5-9783-B5E2-2CFCACD54A5D}"/>
              </a:ext>
            </a:extLst>
          </p:cNvPr>
          <p:cNvSpPr txBox="1"/>
          <p:nvPr/>
        </p:nvSpPr>
        <p:spPr>
          <a:xfrm>
            <a:off x="6496346" y="4690372"/>
            <a:ext cx="1024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33CC"/>
                </a:solidFill>
                <a:latin typeface="Georgia" panose="02040502050405020303" pitchFamily="18" charset="0"/>
              </a:rPr>
              <a:t>Figure 5</a:t>
            </a:r>
            <a:endParaRPr lang="en-GB" dirty="0">
              <a:solidFill>
                <a:srgbClr val="FF33CC"/>
              </a:solidFill>
              <a:latin typeface="Georgia" panose="020405020504050203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88BEF7-4F4D-A712-D559-3A1E05ED532A}"/>
              </a:ext>
            </a:extLst>
          </p:cNvPr>
          <p:cNvSpPr txBox="1"/>
          <p:nvPr/>
        </p:nvSpPr>
        <p:spPr>
          <a:xfrm>
            <a:off x="1372526" y="4706374"/>
            <a:ext cx="1029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Georgia" panose="02040502050405020303" pitchFamily="18" charset="0"/>
              </a:rPr>
              <a:t>Figure 3</a:t>
            </a:r>
            <a:endParaRPr lang="en-GB" dirty="0">
              <a:solidFill>
                <a:srgbClr val="C00000"/>
              </a:solidFill>
              <a:latin typeface="Georgia" panose="02040502050405020303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02BCBF-4913-1028-D18E-A80BC4E92EE9}"/>
              </a:ext>
            </a:extLst>
          </p:cNvPr>
          <p:cNvSpPr txBox="1"/>
          <p:nvPr/>
        </p:nvSpPr>
        <p:spPr>
          <a:xfrm>
            <a:off x="6332516" y="2195584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Georgia" panose="02040502050405020303" pitchFamily="18" charset="0"/>
              </a:rPr>
              <a:t>Figure 2</a:t>
            </a:r>
            <a:endParaRPr lang="en-GB" dirty="0">
              <a:solidFill>
                <a:schemeClr val="tx1">
                  <a:lumMod val="85000"/>
                  <a:lumOff val="15000"/>
                </a:schemeClr>
              </a:solidFill>
              <a:latin typeface="Georgia" panose="02040502050405020303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BF5D1DD-007C-FFD3-1A89-E09CF31EC4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482" y="2450854"/>
            <a:ext cx="3173267" cy="225552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03A68CB-3C88-4E98-33B8-CB8D739224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4930" y="2502003"/>
            <a:ext cx="3501390" cy="2188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399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0"/>
            <a:ext cx="365760" cy="514350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5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Six-Stage Preprocessing Pipeline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1097280" cy="22860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732520" y="47548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4096512" cy="1051560"/>
          </a:xfrm>
          <a:prstGeom prst="rect">
            <a:avLst/>
          </a:prstGeom>
          <a:solidFill>
            <a:srgbClr val="F5F0E8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4389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144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50392" y="1673352"/>
            <a:ext cx="16459" cy="713232"/>
          </a:xfrm>
          <a:prstGeom prst="rect">
            <a:avLst/>
          </a:prstGeom>
          <a:solidFill>
            <a:srgbClr val="D9CFC1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941832" y="1572768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high-NA columns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41832" y="1828800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departure_continent &amp; arrival_continent: 43.5% missing. Dropped entirely — imputing &gt;40% adds more noise than signal.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41832" y="2331720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Kuhn &amp; Johnson (2013). Applied Predictive Modelling. Springer.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754880" y="1508760"/>
            <a:ext cx="4096512" cy="1051560"/>
          </a:xfrm>
          <a:prstGeom prst="rect">
            <a:avLst/>
          </a:prstGeom>
          <a:solidFill>
            <a:srgbClr val="F5F0E8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754880" y="1508760"/>
            <a:ext cx="4389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144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193792" y="1673352"/>
            <a:ext cx="16459" cy="713232"/>
          </a:xfrm>
          <a:prstGeom prst="rect">
            <a:avLst/>
          </a:prstGeom>
          <a:solidFill>
            <a:srgbClr val="D9CFC1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285232" y="1572768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invalid records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85232" y="1828800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6,830 records with CO₂ ≤ 0 removed (min value: −5,317). Physically impossible — a flight cannot emit zero or negative CO₂.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2651760"/>
            <a:ext cx="4096512" cy="1051560"/>
          </a:xfrm>
          <a:prstGeom prst="rect">
            <a:avLst/>
          </a:prstGeom>
          <a:solidFill>
            <a:srgbClr val="F5F0E8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11480" y="2651760"/>
            <a:ext cx="4389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144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850392" y="2816352"/>
            <a:ext cx="16459" cy="713232"/>
          </a:xfrm>
          <a:prstGeom prst="rect">
            <a:avLst/>
          </a:prstGeom>
          <a:solidFill>
            <a:srgbClr val="D9CFC1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941832" y="2715768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log₁ₚ transform target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41832" y="2971800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CO₂ to address severe right skew. Converts multiplicative relationships to additive, improving both linear and tree model performance.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41832" y="3474720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&amp; Cox (1964). J. Royal Statistical Society B, 26(2), 211–252.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754880" y="2651760"/>
            <a:ext cx="4096512" cy="1051560"/>
          </a:xfrm>
          <a:prstGeom prst="rect">
            <a:avLst/>
          </a:prstGeom>
          <a:solidFill>
            <a:srgbClr val="F5F0E8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4754880" y="2651760"/>
            <a:ext cx="4389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144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5193792" y="2816352"/>
            <a:ext cx="16459" cy="713232"/>
          </a:xfrm>
          <a:prstGeom prst="rect">
            <a:avLst/>
          </a:prstGeom>
          <a:solidFill>
            <a:srgbClr val="D9CFC1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5285232" y="2715768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outlier removal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85232" y="2971800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× IQR method reduced data from 287,008 → 244,478 records. Removes non-representative extremes that distort model learning.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285232" y="3474720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Tukey (1977). Exploratory Data Analysis. Addison-Wesley.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11480" y="3794760"/>
            <a:ext cx="4096512" cy="1051560"/>
          </a:xfrm>
          <a:prstGeom prst="rect">
            <a:avLst/>
          </a:prstGeom>
          <a:solidFill>
            <a:srgbClr val="F5F0E8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411480" y="3794760"/>
            <a:ext cx="4389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144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850392" y="3959352"/>
            <a:ext cx="16459" cy="713232"/>
          </a:xfrm>
          <a:prstGeom prst="rect">
            <a:avLst/>
          </a:prstGeom>
          <a:solidFill>
            <a:srgbClr val="D9CFC1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941832" y="3858768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encode categoricals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41832" y="4114800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IATA codes, aircraft type label-encoded. Chosen over target encoding to prevent secondary leakage from target statistics.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41832" y="4617720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Micci-Barreca (2001). ACM SIGKDD Explorations, 3(1), 27–32.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754880" y="3794760"/>
            <a:ext cx="4096512" cy="1051560"/>
          </a:xfrm>
          <a:prstGeom prst="rect">
            <a:avLst/>
          </a:prstGeom>
          <a:solidFill>
            <a:srgbClr val="F5F0E8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4754880" y="3794760"/>
            <a:ext cx="4389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144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5193792" y="3959352"/>
            <a:ext cx="16459" cy="713232"/>
          </a:xfrm>
          <a:prstGeom prst="rect">
            <a:avLst/>
          </a:prstGeom>
          <a:solidFill>
            <a:srgbClr val="D9CFC1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5285232" y="3858768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+ train/test split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285232" y="4114800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(zero mean, unit variance). 80/20 stratified split → 195,582 train / 48,896 test (random_state=42).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285232" y="4617720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Hastie et al. (2009). Elements of Statistical Learning, 2nd ed. Springer.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0"/>
            <a:ext cx="365760" cy="514350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5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Models — A Progression from Simple to Complex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12014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must justify its added complexity over simpler alternatives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1480" y="1481328"/>
            <a:ext cx="1097280" cy="22860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8732520" y="47548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572768"/>
            <a:ext cx="83393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411480" y="1572768"/>
            <a:ext cx="43891" cy="566928"/>
          </a:xfrm>
          <a:prstGeom prst="rect">
            <a:avLst/>
          </a:prstGeom>
          <a:solidFill>
            <a:srgbClr val="8A8070"/>
          </a:solidFill>
          <a:ln w="12700">
            <a:solidFill>
              <a:srgbClr val="8A80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566928" y="16276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1883664"/>
            <a:ext cx="1280160" cy="182880"/>
          </a:xfrm>
          <a:prstGeom prst="rect">
            <a:avLst/>
          </a:prstGeom>
          <a:solidFill>
            <a:srgbClr val="8A8070"/>
          </a:solidFill>
          <a:ln w="12700">
            <a:solidFill>
              <a:srgbClr val="8A80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66928" y="188366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606040" y="1700784"/>
            <a:ext cx="16459" cy="310896"/>
          </a:xfrm>
          <a:prstGeom prst="rect">
            <a:avLst/>
          </a:prstGeom>
          <a:solidFill>
            <a:srgbClr val="D9CFC1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2724912" y="164592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floor — any complex model must beat this to earn its keep. Assumes linear log-CO₂ relationship.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0" y="184708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Hastie et al. (2009)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11480" y="2212848"/>
            <a:ext cx="8339328" cy="566928"/>
          </a:xfrm>
          <a:prstGeom prst="rect">
            <a:avLst/>
          </a:prstGeom>
          <a:solidFill>
            <a:srgbClr val="F5F0E8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411480" y="2212848"/>
            <a:ext cx="43891" cy="566928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566928" y="22677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2523744"/>
            <a:ext cx="1280160" cy="18288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66928" y="25237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Regularised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606040" y="2340864"/>
            <a:ext cx="16459" cy="310896"/>
          </a:xfrm>
          <a:prstGeom prst="rect">
            <a:avLst/>
          </a:prstGeom>
          <a:solidFill>
            <a:srgbClr val="D9CFC1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2724912" y="228600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regularisation (α=1.0) addresses the strong multicollinearity visible in the correlation heatmap.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0" y="248716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Hoerl &amp; Kennard (1970). Technometrics, 12(1), 55–67.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11480" y="2852928"/>
            <a:ext cx="83393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411480" y="2852928"/>
            <a:ext cx="43891" cy="56692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566928" y="29077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6928" y="3163824"/>
            <a:ext cx="1280160" cy="1828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566928" y="316382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606040" y="2980944"/>
            <a:ext cx="16459" cy="310896"/>
          </a:xfrm>
          <a:prstGeom prst="rect">
            <a:avLst/>
          </a:prstGeom>
          <a:solidFill>
            <a:srgbClr val="D9CFC1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2724912" y="292608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interactions linear models miss. Interpretable tree structure — relevant for regulatory transparency.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15200" y="312724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Breiman et al. (1984). Classification &amp; Regression Trees.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11480" y="3493008"/>
            <a:ext cx="8339328" cy="566928"/>
          </a:xfrm>
          <a:prstGeom prst="rect">
            <a:avLst/>
          </a:prstGeom>
          <a:solidFill>
            <a:srgbClr val="F5F0E8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411480" y="3493008"/>
            <a:ext cx="43891" cy="566928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566928" y="35478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66928" y="3803904"/>
            <a:ext cx="1280160" cy="182880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566928" y="380390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Model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606040" y="3621024"/>
            <a:ext cx="16459" cy="310896"/>
          </a:xfrm>
          <a:prstGeom prst="rect">
            <a:avLst/>
          </a:prstGeom>
          <a:solidFill>
            <a:srgbClr val="D9CFC1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2724912" y="356616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Bootstrap-averaged trees: low variance, captures non-linear interactions. Strong tabular performance. Selected for optimisation.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315200" y="376732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Breiman (2001). Machine Learning, 45(1), 5–32.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11480" y="4133088"/>
            <a:ext cx="83393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411480" y="4133088"/>
            <a:ext cx="43891" cy="56692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566928" y="41879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66928" y="4443984"/>
            <a:ext cx="1280160" cy="18288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566928" y="444398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606040" y="4261104"/>
            <a:ext cx="16459" cy="310896"/>
          </a:xfrm>
          <a:prstGeom prst="rect">
            <a:avLst/>
          </a:prstGeom>
          <a:solidFill>
            <a:srgbClr val="D9CFC1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/>
          <p:nvPr/>
        </p:nvSpPr>
        <p:spPr>
          <a:xfrm>
            <a:off x="2724912" y="420624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residual correction — high accuracy when signal-to-noise is high; more sensitive to hyperparameters.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315200" y="440740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Friedman (2001). Annals of Statistics, 29(5), 1189–1232.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411480" y="4736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Fernandez-Delgado et al. (2014). Do we need hundreds of classifiers? JMLR, 15(1), 3133–3181. — justification for multi-model comparison strategy.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0"/>
            <a:ext cx="365760" cy="514350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5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OPTIMISATION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Hyperparameter Search with RandomizedSearchCV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159111"/>
            <a:ext cx="1097280" cy="22860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732520" y="47548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GridSearchCV?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78308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244,478 rows, exhaustive grid search was computationally impractical. RandomizedSearchCV samples n_iter random combinations with equivalent statistical efficiency at a fraction of the cost.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24231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Bergstra &amp; Bengio (2012). JMLR, 13, 281–305.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11480" y="2633472"/>
            <a:ext cx="3931920" cy="384048"/>
          </a:xfrm>
          <a:prstGeom prst="rect">
            <a:avLst/>
          </a:prstGeom>
          <a:solidFill>
            <a:srgbClr val="F5F0E8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02920" y="26517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combinations × 3-fold CV = 30 fits  |  Total: 614 seconds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26280" y="1417320"/>
            <a:ext cx="16459" cy="1920240"/>
          </a:xfrm>
          <a:prstGeom prst="rect">
            <a:avLst/>
          </a:prstGeom>
          <a:solidFill>
            <a:srgbClr val="D9CFC1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709160" y="14630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Space Searched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09160" y="18105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675120" y="18105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50, 100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09160" y="21031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675120" y="21031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5, 10, 15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09160" y="23957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min_samples_split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675120" y="23957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2, 5, 10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09160" y="26883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min_samples_leaf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675120" y="26883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1, 2, 4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09160" y="2980944"/>
            <a:ext cx="19202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max_features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675120" y="2980944"/>
            <a:ext cx="1920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'sqrt', 'log2'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1480" y="3154680"/>
            <a:ext cx="8339328" cy="22860"/>
          </a:xfrm>
          <a:prstGeom prst="rect">
            <a:avLst/>
          </a:prstGeom>
          <a:solidFill>
            <a:srgbClr val="D9CFC1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411480" y="3246120"/>
            <a:ext cx="8339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Configuration Found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1480" y="3547872"/>
            <a:ext cx="8339328" cy="384048"/>
          </a:xfrm>
          <a:prstGeom prst="rect">
            <a:avLst/>
          </a:prstGeom>
          <a:solidFill>
            <a:srgbClr val="F5F0E8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502920" y="3566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n_estimators=100   max_depth=15   min_samples_split=10   min_samples_leaf=1   max_features='sqrt'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11480" y="4005072"/>
            <a:ext cx="8339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Cross-validated R² = 0.9998 — hyperparameter tuning preserved generalisation across folds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" y="4315968"/>
            <a:ext cx="8339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features: fuel_burn (25.3%), ask (20.3%), rpk (20.0%) = 63.6% combined — indicates data leakage (see Slide 12).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" y="4736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Guyon &amp; Elisseeff (2003). Introduction to variable &amp; feature selection. JMLR, 3, 1157–1182.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0"/>
            <a:ext cx="365760" cy="514350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5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Performance Was Measured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5156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complementary metrics on log₁ₚ CO₂ scale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1480" y="1481328"/>
            <a:ext cx="1097280" cy="22860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8732520" y="47548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600200"/>
            <a:ext cx="833932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11480" y="1600200"/>
            <a:ext cx="1234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A6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R²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1645920" y="1764792"/>
            <a:ext cx="16459" cy="621792"/>
          </a:xfrm>
          <a:prstGeom prst="rect">
            <a:avLst/>
          </a:prstGeom>
          <a:solidFill>
            <a:srgbClr val="D9CFC1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783080" y="16916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of Determination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83080" y="194767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of variance in CO₂ explained by the model. R² = 1.0 = perfect prediction. Used as primary comparison metric across all five models. Identical test and CV-R² confirms no overfitting.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651760"/>
            <a:ext cx="833932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11480" y="2651760"/>
            <a:ext cx="1234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MAE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1645920" y="2816352"/>
            <a:ext cx="16459" cy="621792"/>
          </a:xfrm>
          <a:prstGeom prst="rect">
            <a:avLst/>
          </a:prstGeom>
          <a:solidFill>
            <a:srgbClr val="D9CFC1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1783080" y="27432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83080" y="299923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absolute deviation on the log-scale target — interpretable in the same units as transformed CO₂. Robust to occasional large errors; appropriate for this heavy-tailed emission distribution.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3703320"/>
            <a:ext cx="833932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11480" y="3703320"/>
            <a:ext cx="1234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144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RMSE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1645920" y="3867912"/>
            <a:ext cx="16459" cy="621792"/>
          </a:xfrm>
          <a:prstGeom prst="rect">
            <a:avLst/>
          </a:prstGeom>
          <a:solidFill>
            <a:srgbClr val="D9CFC1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1783080" y="37947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Squared Error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783080" y="405079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Penalises large errors disproportionately. Especially relevant here — a large CO₂ prediction error in a regulatory context could result in incorrect carbon offset obligations for airlines.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4736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 &amp; Draxler (2014). RMSE or MAE? Geoscientific Model Development, 7(3), 1247–1250. doi:10.5194/gmd-7-1247-2014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0"/>
            <a:ext cx="365760" cy="514350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5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Comparison — Test Set Performance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1097280" cy="22860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732520" y="47548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8339328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66344" y="1527048"/>
            <a:ext cx="2276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98064" y="1527048"/>
            <a:ext cx="813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66744" y="1527048"/>
            <a:ext cx="813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35424" y="1527048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(Test)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541264" y="1527048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CV-R²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55664" y="1527048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1874520"/>
            <a:ext cx="833932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66344" y="1892808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98064" y="1892808"/>
            <a:ext cx="813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1.0329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66744" y="1892808"/>
            <a:ext cx="813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1.2960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35424" y="1892808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0.7214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541264" y="1892808"/>
            <a:ext cx="859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0.7167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55664" y="18928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Honest baseline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2304288"/>
            <a:ext cx="8339328" cy="402336"/>
          </a:xfrm>
          <a:prstGeom prst="rect">
            <a:avLst/>
          </a:prstGeom>
          <a:solidFill>
            <a:srgbClr val="F5F0E8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66344" y="2322576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98064" y="2322576"/>
            <a:ext cx="813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1.0329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66744" y="2322576"/>
            <a:ext cx="813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1.2960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35424" y="2322576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0.7214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541264" y="2322576"/>
            <a:ext cx="859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0.7166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55664" y="2322576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improvement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11480" y="2734056"/>
            <a:ext cx="833932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466344" y="2752344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798064" y="2752344"/>
            <a:ext cx="813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0.0397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666744" y="2752344"/>
            <a:ext cx="813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0.0489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35424" y="2752344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0.9996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541264" y="2752344"/>
            <a:ext cx="859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0.9996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455664" y="2752344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A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signal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11480" y="3163824"/>
            <a:ext cx="8339328" cy="402336"/>
          </a:xfrm>
          <a:prstGeom prst="rect">
            <a:avLst/>
          </a:prstGeom>
          <a:solidFill>
            <a:srgbClr val="F5F0E8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466344" y="318211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798064" y="3182112"/>
            <a:ext cx="813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0.0005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666744" y="3182112"/>
            <a:ext cx="813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0.0008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535424" y="3182112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1.0000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541264" y="3182112"/>
            <a:ext cx="859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1.0000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455664" y="3182112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A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Leakage — see Slide 12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11480" y="3593592"/>
            <a:ext cx="833932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466344" y="361188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798064" y="3611880"/>
            <a:ext cx="813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0.0076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666744" y="3611880"/>
            <a:ext cx="813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0.0104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535424" y="361188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1.0000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541264" y="3611880"/>
            <a:ext cx="859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0.9999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455664" y="3611880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A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Leakage — see Slide 12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11480" y="4023360"/>
            <a:ext cx="8339328" cy="402336"/>
          </a:xfrm>
          <a:prstGeom prst="rect">
            <a:avLst/>
          </a:prstGeom>
          <a:solidFill>
            <a:srgbClr val="4A7C59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/>
          <p:nvPr/>
        </p:nvSpPr>
        <p:spPr>
          <a:xfrm>
            <a:off x="466344" y="4041648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Optimised (Top 10 F.)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2798064" y="4041648"/>
            <a:ext cx="813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0.0069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3666744" y="4041648"/>
            <a:ext cx="813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0.0155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535424" y="4041648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1.0000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541264" y="4041648"/>
            <a:ext cx="859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0.9998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455664" y="404164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Final model selected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411480" y="4462272"/>
            <a:ext cx="8339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A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1.00 for tree models is not excellence — it is a red flag. Honest performance ceiling with pre-flight features only: R² = 0.72.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0"/>
            <a:ext cx="365760" cy="514350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5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INTERPRETATION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732520" y="47548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39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832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near-perfect R² is a warning, not a win.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8339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Leakage: What Happened, Why It Matters, and How to Fix It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408176"/>
            <a:ext cx="8339328" cy="22860"/>
          </a:xfrm>
          <a:prstGeom prst="rect">
            <a:avLst/>
          </a:prstGeom>
          <a:solidFill>
            <a:srgbClr val="D9CFC1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80136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832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CO₂ = fuel_burn × 3.16 kg/litre × conversion factor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2148840"/>
            <a:ext cx="3886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fuel_burn is a direct mathematical transformation of CO₂. Including it means the model simply reverses the formula — no learning involved. ASK and RPK incorporate distance and seats, then feed into fuel_burn.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8803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Kaufman et al. (2012). Leakage in data mining. ACM TKDD, 6(4).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4498848" y="1481328"/>
            <a:ext cx="16459" cy="1719072"/>
          </a:xfrm>
          <a:prstGeom prst="rect">
            <a:avLst/>
          </a:prstGeom>
          <a:solidFill>
            <a:srgbClr val="D9CFC1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663440" y="150876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Production-Ready Fix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63440" y="180136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(leaked):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63440" y="201168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32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fuel_burn, ask, rpk, fuel_burn_seymour, seats_no_est_scaling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63440" y="23317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(pre-flight only):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663440" y="254203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7C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distance_km, aircraft class/type, IATA codes, seats, domestic flag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663440" y="2889504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R² = 0.72 (leakage-free linear baseline)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3291840"/>
            <a:ext cx="8339328" cy="22860"/>
          </a:xfrm>
          <a:prstGeom prst="rect">
            <a:avLst/>
          </a:prstGeom>
          <a:solidFill>
            <a:srgbClr val="D9CFC1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411480" y="3401568"/>
            <a:ext cx="8339328" cy="749808"/>
          </a:xfrm>
          <a:prstGeom prst="rect">
            <a:avLst/>
          </a:prstGeom>
          <a:solidFill>
            <a:srgbClr val="F5F0E8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530352" y="3438144"/>
            <a:ext cx="81015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Reflection: Identifying this leakage and reporting it honestly — rather than celebrating a perfect score — is the mark of rigorous, responsible AI practice. A retrained model at R² = 0.72 with transparent uncertainty disclosure is far more valuable to deployers than a hollow R² = 1.00.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4736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Kaufman et al. (2012). ACM TKDD, 6(4).  |  Breiman (2001). Machine Learning, 45(1).  |  Hastie et al. (2009). Elements of Statistical Learning.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0"/>
            <a:ext cx="365760" cy="514350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5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CONSIDERATIONS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Notebook to Production System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1097280" cy="22860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732520" y="47548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8339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Architecture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828800"/>
            <a:ext cx="2011680" cy="1005840"/>
          </a:xfrm>
          <a:prstGeom prst="rect">
            <a:avLst/>
          </a:prstGeom>
          <a:solidFill>
            <a:srgbClr val="F5F0E8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11480" y="18745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System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241401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+ aircraft input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423160" y="2084832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1440E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587752" y="1828800"/>
            <a:ext cx="2011680" cy="1005840"/>
          </a:xfrm>
          <a:prstGeom prst="rect">
            <a:avLst/>
          </a:prstGeom>
          <a:solidFill>
            <a:srgbClr val="F5F0E8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2587752" y="18745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(FastAPI / Flask)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587752" y="241401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payload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99432" y="2084832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1440E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764024" y="1828800"/>
            <a:ext cx="2011680" cy="1005840"/>
          </a:xfrm>
          <a:prstGeom prst="rect">
            <a:avLst/>
          </a:prstGeom>
          <a:solidFill>
            <a:srgbClr val="F5F0E8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764024" y="18745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(joblib)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64024" y="241401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+ Scaler + Encoder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775704" y="2084832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1440E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940296" y="1828800"/>
            <a:ext cx="2011680" cy="1005840"/>
          </a:xfrm>
          <a:prstGeom prst="rect">
            <a:avLst/>
          </a:prstGeom>
          <a:solidFill>
            <a:srgbClr val="F5F0E8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6940296" y="18745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Output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940296" y="241401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Tonnes per route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11480" y="2944368"/>
            <a:ext cx="8339328" cy="22860"/>
          </a:xfrm>
          <a:prstGeom prst="rect">
            <a:avLst/>
          </a:prstGeom>
          <a:solidFill>
            <a:srgbClr val="D9CFC1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411480" y="3063240"/>
            <a:ext cx="4096512" cy="777240"/>
          </a:xfrm>
          <a:prstGeom prst="rect">
            <a:avLst/>
          </a:prstGeom>
          <a:solidFill>
            <a:srgbClr val="F5F0E8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411480" y="3063240"/>
            <a:ext cx="50292" cy="777240"/>
          </a:xfrm>
          <a:prstGeom prst="rect">
            <a:avLst/>
          </a:prstGeom>
          <a:solidFill>
            <a:srgbClr val="A83232"/>
          </a:solidFill>
          <a:ln w="12700">
            <a:solidFill>
              <a:srgbClr val="A8323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530352" y="3154680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Pre-Deployment Fix Required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30352" y="3410712"/>
            <a:ext cx="38953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on pre-flight features only. Disclose R² = 0.72 honestly — users must understand prediction uncertainty.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3063240"/>
            <a:ext cx="4096512" cy="777240"/>
          </a:xfrm>
          <a:prstGeom prst="rect">
            <a:avLst/>
          </a:prstGeom>
          <a:solidFill>
            <a:srgbClr val="F5F0E8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4754880" y="3063240"/>
            <a:ext cx="50292" cy="777240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4873752" y="3154680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Shift Monitoring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73752" y="3410712"/>
            <a:ext cx="38953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airlines modernise fleets, input distributions change over time — accuracy degrades without retraining.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1480" y="3931920"/>
            <a:ext cx="4096512" cy="777240"/>
          </a:xfrm>
          <a:prstGeom prst="rect">
            <a:avLst/>
          </a:prstGeom>
          <a:solidFill>
            <a:srgbClr val="F5F0E8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411480" y="3931920"/>
            <a:ext cx="50292" cy="77724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530352" y="4023360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Compliance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30352" y="4279392"/>
            <a:ext cx="38953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replace CORSIA/ICAO-mandated methods without formal approval. Near-term: planning tool only.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3931920"/>
            <a:ext cx="4096512" cy="777240"/>
          </a:xfrm>
          <a:prstGeom prst="rect">
            <a:avLst/>
          </a:prstGeom>
          <a:solidFill>
            <a:srgbClr val="F5F0E8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4754880" y="3931920"/>
            <a:ext cx="50292" cy="77724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4873752" y="4023360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873752" y="4279392"/>
            <a:ext cx="38953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 data in AeroSCOPE. Passenger booking integration requires a DPIA under UK GDPR.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11480" y="4736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Quionero-Candela et al. (2009). Dataset Shift in Machine Learning. MIT Press.  |  ICAO (2021). Carbon Emissions Calculator Methodology.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0"/>
            <a:ext cx="365760" cy="514350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5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This Model Enhances Decision-Making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1097280" cy="22860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732520" y="47548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8339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at the honest R² = 0.72, this model enables data-driven carbon planning not previously achievable at route-level scale.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938528"/>
            <a:ext cx="2715768" cy="281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411480" y="1938528"/>
            <a:ext cx="2715768" cy="384048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11480" y="1956816"/>
            <a:ext cx="2715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9496" y="2414016"/>
            <a:ext cx="109728" cy="109728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704088" y="2368296"/>
            <a:ext cx="2304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carbon cost in scheduling dashboards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9496" y="2980944"/>
            <a:ext cx="109728" cy="109728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704088" y="2935224"/>
            <a:ext cx="2304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WB vs NB emissions per route for fleet decisions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39496" y="3547872"/>
            <a:ext cx="109728" cy="109728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704088" y="3502152"/>
            <a:ext cx="2304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Pre-calculate CORSIA offset obligations before operations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39496" y="4114800"/>
            <a:ext cx="109728" cy="109728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704088" y="4069080"/>
            <a:ext cx="2304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highest-emission routes for priority action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64408" y="1938528"/>
            <a:ext cx="2715768" cy="281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3264408" y="1938528"/>
            <a:ext cx="2715768" cy="384048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3264408" y="1956816"/>
            <a:ext cx="2715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 &amp; Auditors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92424" y="2414016"/>
            <a:ext cx="109728" cy="109728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3557016" y="2368296"/>
            <a:ext cx="2304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 self-reported airline emissions at scale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92424" y="2980944"/>
            <a:ext cx="109728" cy="109728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3557016" y="2935224"/>
            <a:ext cx="2304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routes where reported vs predicted CO₂ diverges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92424" y="3547872"/>
            <a:ext cx="109728" cy="109728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3557016" y="3502152"/>
            <a:ext cx="2304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enforcement prioritisation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92424" y="4114800"/>
            <a:ext cx="109728" cy="109728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3557016" y="4069080"/>
            <a:ext cx="2304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sector-wide emission trends over time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17336" y="1938528"/>
            <a:ext cx="2715768" cy="281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6117336" y="1938528"/>
            <a:ext cx="2715768" cy="38404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6117336" y="1956816"/>
            <a:ext cx="2715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Passengers &amp; Platforms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45352" y="2414016"/>
            <a:ext cx="109728" cy="10972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6409944" y="2368296"/>
            <a:ext cx="2304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CO₂ per flight at booking — informed choice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45352" y="2980944"/>
            <a:ext cx="109728" cy="10972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6409944" y="2935224"/>
            <a:ext cx="2304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carbon offset calculation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245352" y="3547872"/>
            <a:ext cx="109728" cy="10972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6409944" y="3502152"/>
            <a:ext cx="2304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direct vs connecting route impact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45352" y="4114800"/>
            <a:ext cx="109728" cy="10972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6409944" y="4069080"/>
            <a:ext cx="2304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consumer sustainability certifications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0"/>
            <a:ext cx="365760" cy="514350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5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CONSIDERATIONS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Responsible AI: Bias, Fairness &amp; Legal Context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1097280" cy="22860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732520" y="47548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536192"/>
            <a:ext cx="4096512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411480" y="1536192"/>
            <a:ext cx="4096512" cy="43891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21208" y="162763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Data Bias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1208" y="193852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Issue: 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280160" y="1929384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AeroSCOPE over-represents EU and North American routes — better-developed open data infrastructure.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21208" y="232257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280160" y="2313432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for sub-Saharan Africa, South Asia, and Latin America will be systematically less accurate.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21208" y="270662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280160" y="2697480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use for enforcement in under-represented regions without supplementary local data.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21208" y="3017520"/>
            <a:ext cx="38770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Barocas et al. (2019). Fairness &amp; Machine Learning — fairmlbook.org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754880" y="1536192"/>
            <a:ext cx="4096512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4754880" y="1536192"/>
            <a:ext cx="4096512" cy="43891"/>
          </a:xfrm>
          <a:prstGeom prst="rect">
            <a:avLst/>
          </a:prstGeom>
          <a:solidFill>
            <a:srgbClr val="A83232"/>
          </a:solidFill>
          <a:ln w="12700">
            <a:solidFill>
              <a:srgbClr val="A8323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864608" y="162763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Justice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64608" y="193852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Issue: 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23560" y="1929384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less accurate predictions lead to incorrect carbon offset requirements, airlines in data-sparse regions bear unfair burden.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64608" y="232257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23560" y="2313432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environmental justice implications — penalising carriers least responsible for data gaps.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64608" y="270662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623560" y="2697480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enforcement to high-coverage regions. Advocate for global open aviation data standards.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64608" y="3017520"/>
            <a:ext cx="38770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Barocas et al. (2019).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11480" y="3291840"/>
            <a:ext cx="4096512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411480" y="3291840"/>
            <a:ext cx="4096512" cy="43891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521208" y="3383280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Regulatory Compliance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1208" y="369417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Issue: 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280160" y="3685032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CORSIA mandates ICAO-approved fuel monitoring methodologies. ML model not currently on approved list.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21208" y="407822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280160" y="4069080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legally replace compliance methods without formal ICAO accreditation.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21208" y="446227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280160" y="4453128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planning tool only. Engage ICAO working groups for future certification pathway.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21208" y="4773168"/>
            <a:ext cx="38770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ICAO (2021). CORSIA — icao.int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4754880" y="3291840"/>
            <a:ext cx="4096512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4754880" y="3291840"/>
            <a:ext cx="4096512" cy="43891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4864608" y="3383280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(GDPR)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64608" y="369417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Issue: 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623560" y="3685032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AeroSCOPE is route-level aggregate data — no individual personal data.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864608" y="407822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623560" y="4069080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GDPR obligations for the core model itself.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864608" y="446227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623560" y="4453128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booking integration requires a DPIA under UK GDPR Article 35.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864608" y="4773168"/>
            <a:ext cx="38770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GDPR Article 35. ICO guidance.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0"/>
            <a:ext cx="365760" cy="514350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5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REFLECTION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Key Challenges and How They Were Addressed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29868"/>
            <a:ext cx="1097280" cy="22860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732520" y="47548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536192"/>
            <a:ext cx="8339328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411480" y="1536192"/>
            <a:ext cx="43891" cy="758952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66928" y="15910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1865376"/>
            <a:ext cx="1005840" cy="18288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66928" y="186537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377440" y="1664208"/>
            <a:ext cx="16459" cy="502920"/>
          </a:xfrm>
          <a:prstGeom prst="rect">
            <a:avLst/>
          </a:prstGeom>
          <a:solidFill>
            <a:srgbClr val="D9CFC1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2487168" y="15910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43.5% missing in continent columns; 6,830 records with CO₂ ≤ 0 (min: −5,317).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487168" y="1901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Resolution: Dropped high-NA columns. Removed physically impossible records. Median imputation for remaining nulls.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086600" y="206654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Kuhn &amp; Johnson (2013). Applied Predictive Modelling.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11480" y="2368296"/>
            <a:ext cx="8339328" cy="758952"/>
          </a:xfrm>
          <a:prstGeom prst="rect">
            <a:avLst/>
          </a:prstGeom>
          <a:solidFill>
            <a:srgbClr val="F5F0E8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411480" y="2368296"/>
            <a:ext cx="43891" cy="758952"/>
          </a:xfrm>
          <a:prstGeom prst="rect">
            <a:avLst/>
          </a:prstGeom>
          <a:solidFill>
            <a:srgbClr val="A83232"/>
          </a:solidFill>
          <a:ln w="12700">
            <a:solidFill>
              <a:srgbClr val="A8323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566928" y="242316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2697480"/>
            <a:ext cx="1005840" cy="182880"/>
          </a:xfrm>
          <a:prstGeom prst="rect">
            <a:avLst/>
          </a:prstGeom>
          <a:solidFill>
            <a:srgbClr val="A83232"/>
          </a:solidFill>
          <a:ln w="12700">
            <a:solidFill>
              <a:srgbClr val="A8323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66928" y="269748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0" y="2496312"/>
            <a:ext cx="16459" cy="502920"/>
          </a:xfrm>
          <a:prstGeom prst="rect">
            <a:avLst/>
          </a:prstGeom>
          <a:solidFill>
            <a:srgbClr val="D9CFC1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2487168" y="24231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fuel_burn, ASK, RPK are mathematical derivatives of CO₂ — giving tree models hollow perfect scores.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487168" y="27340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Resolution: Identified via heatmap and feature importance. Reported transparently. Proposed leakage-free pipeline.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086600" y="2898648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Kaufman et al. (2012). ACM TKDD, 6(4).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11480" y="3200400"/>
            <a:ext cx="8339328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411480" y="3200400"/>
            <a:ext cx="43891" cy="758952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566928" y="325526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Scale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6928" y="3529584"/>
            <a:ext cx="1005840" cy="182880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566928" y="352958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377440" y="3328416"/>
            <a:ext cx="16459" cy="502920"/>
          </a:xfrm>
          <a:prstGeom prst="rect">
            <a:avLst/>
          </a:prstGeom>
          <a:solidFill>
            <a:srgbClr val="D9CFC1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2487168" y="325526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GridSearchCV on 244,478 rows was computationally impractical — thousands of hours estimated.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487168" y="3566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Resolution: RandomizedSearchCV: n_iter=10, 3-fold CV = 30 fits, 614 seconds. Statistically efficient.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086600" y="373075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Bergstra &amp; Bengio (2012). JMLR, 13, 281–305.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11480" y="4032504"/>
            <a:ext cx="8339328" cy="758952"/>
          </a:xfrm>
          <a:prstGeom prst="rect">
            <a:avLst/>
          </a:prstGeom>
          <a:solidFill>
            <a:srgbClr val="F5F0E8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411480" y="4032504"/>
            <a:ext cx="43891" cy="758952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566928" y="408736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 vs Performance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66928" y="4361688"/>
            <a:ext cx="1005840" cy="18288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566928" y="436168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377440" y="4160520"/>
            <a:ext cx="16459" cy="502920"/>
          </a:xfrm>
          <a:prstGeom prst="rect">
            <a:avLst/>
          </a:prstGeom>
          <a:solidFill>
            <a:srgbClr val="D9CFC1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2487168" y="40873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Random Forest (best performing) is a black-box — problematic in a regulatory compliance context.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487168" y="43982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Resolution: Decision Tree included as interpretable alternative. SHAP values recommended for production.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086600" y="4562856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Breiman (2001). Machine Learning, 45(1).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0"/>
            <a:ext cx="365760" cy="5143500"/>
          </a:xfrm>
          <a:prstGeom prst="rect">
            <a:avLst/>
          </a:prstGeom>
          <a:solidFill>
            <a:srgbClr val="F5F0E8"/>
          </a:solidFill>
          <a:ln w="12700">
            <a:solidFill>
              <a:srgbClr val="F5F0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5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LIMITATIONS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Was Learned — and What Comes Next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1097280" cy="22860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732520" y="47548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5361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Achievements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847088"/>
            <a:ext cx="109728" cy="10972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94360" y="1810512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 pipeline on 293,838 global flight routes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249424"/>
            <a:ext cx="109728" cy="10972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94360" y="2212848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models systematically compared using R², MAE, RMSE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651760"/>
            <a:ext cx="109728" cy="10972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94360" y="2615184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 optimisation — CV-R² = 0.9998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3054096"/>
            <a:ext cx="109728" cy="10972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594360" y="3017520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linear baseline: R² = 0.72 (no leakage)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3456432"/>
            <a:ext cx="109728" cy="10972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94360" y="3419856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 identified, explained, and proposed fix developed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3858768"/>
            <a:ext cx="109728" cy="10972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594360" y="3822192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architecture with monitoring strategy designed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4261104"/>
            <a:ext cx="109728" cy="10972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594360" y="4224528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analysis: geographic bias and environmental justice addressed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98848" y="1508760"/>
            <a:ext cx="16459" cy="2999232"/>
          </a:xfrm>
          <a:prstGeom prst="rect">
            <a:avLst/>
          </a:prstGeom>
          <a:solidFill>
            <a:srgbClr val="D9CFC1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4663440" y="153619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63440" y="184708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not resolved in current pipeline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63440" y="208483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Retrain on pre-flight features only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63440" y="239572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bias toward EU/NA routes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63440" y="263347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Supplement with ICAO non-Annex 1 data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63440" y="294436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RF limits regulatory use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63440" y="318211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Add SHAP explainability layer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63440" y="349300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shift as fleets modernise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63440" y="373075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Scheduled retraining + drift monitoring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663440" y="404164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CO₂ — ignores NOx, H₂O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663440" y="427939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Extend to multi-output climate model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12088" y="1228477"/>
            <a:ext cx="2926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11480" y="197613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144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your time.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1480" y="2397557"/>
            <a:ext cx="2560320" cy="22860"/>
          </a:xfrm>
          <a:prstGeom prst="rect">
            <a:avLst/>
          </a:prstGeom>
          <a:solidFill>
            <a:srgbClr val="D9CFC1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11480" y="257860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Disclosure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277977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assignment used generative AI for: brainstorming, research, planning, and editing.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584448" y="201168"/>
            <a:ext cx="16459" cy="4754880"/>
          </a:xfrm>
          <a:prstGeom prst="rect">
            <a:avLst/>
          </a:prstGeom>
          <a:solidFill>
            <a:srgbClr val="D9CFC1"/>
          </a:solidFill>
          <a:ln w="12700">
            <a:solidFill>
              <a:srgbClr val="D9CFC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767328" y="25603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767328" y="603504"/>
            <a:ext cx="5029200" cy="22860"/>
          </a:xfrm>
          <a:prstGeom prst="rect">
            <a:avLst/>
          </a:prstGeom>
          <a:solidFill>
            <a:srgbClr val="C1440E"/>
          </a:solidFill>
          <a:ln w="12700">
            <a:solidFill>
              <a:srgbClr val="C1440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767328" y="685800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8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Barocas, S., Hardt, M., &amp; Moritz, H. (2019). Fairness and machine learning. fairmlbook.org </a:t>
            </a:r>
            <a:r>
              <a:rPr lang="en-US" sz="68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https://fairmlbook.org/</a:t>
            </a:r>
            <a:endParaRPr lang="en-US" sz="680" dirty="0">
              <a:solidFill>
                <a:srgbClr val="3D3D3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680" dirty="0"/>
          </a:p>
        </p:txBody>
      </p:sp>
      <p:sp>
        <p:nvSpPr>
          <p:cNvPr id="14" name="Text 12"/>
          <p:cNvSpPr/>
          <p:nvPr/>
        </p:nvSpPr>
        <p:spPr>
          <a:xfrm>
            <a:off x="3767328" y="1113739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Bergstra, J., &amp; Bengio, Y. (2012). Random search for hyper-parameter optimisation. JMLR, 13, 281–305. 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3767328" y="1541678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8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Box, G. E. P., &amp; Cox, D. R. (1964). An analysis of transformations. JRSS-B, 26(2), 211–252. </a:t>
            </a:r>
            <a:r>
              <a:rPr lang="en-US" sz="68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https://doi.org/10.1111/j.2517-6161.1964.tb00553.x</a:t>
            </a:r>
            <a:endParaRPr lang="en-US" sz="680" dirty="0">
              <a:solidFill>
                <a:srgbClr val="3D3D3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680" dirty="0"/>
          </a:p>
        </p:txBody>
      </p:sp>
      <p:sp>
        <p:nvSpPr>
          <p:cNvPr id="16" name="Text 14"/>
          <p:cNvSpPr/>
          <p:nvPr/>
        </p:nvSpPr>
        <p:spPr>
          <a:xfrm>
            <a:off x="3767328" y="1969618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8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Breiman, L. (2001). Random forests. Machine Learning, 45(1), 5–32. </a:t>
            </a:r>
            <a:r>
              <a:rPr lang="en-US" sz="68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https://doi.org/10.1023/A:1010933404324</a:t>
            </a:r>
            <a:endParaRPr lang="en-US" sz="680" dirty="0">
              <a:solidFill>
                <a:srgbClr val="3D3D3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3767328" y="2397557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8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Breiman, L., Friedman, J., Olshen, R., &amp; Stone, C. (1984). Classification and regression trees. Wadsworth. </a:t>
            </a:r>
            <a:r>
              <a:rPr lang="en-US" sz="68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/>
              </a:rPr>
              <a:t>https://doi.org/10.1201/9781315139470</a:t>
            </a:r>
            <a:endParaRPr lang="en-US" sz="680" dirty="0">
              <a:solidFill>
                <a:srgbClr val="3D3D3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680" dirty="0"/>
          </a:p>
        </p:txBody>
      </p:sp>
      <p:sp>
        <p:nvSpPr>
          <p:cNvPr id="18" name="Text 16"/>
          <p:cNvSpPr/>
          <p:nvPr/>
        </p:nvSpPr>
        <p:spPr>
          <a:xfrm>
            <a:off x="3767328" y="2825496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8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Chai, T., &amp; Draxler, R. R. (2014). RMSE or MAE? Geoscientific Model Development, 7(3), 1247–1250. </a:t>
            </a:r>
            <a:r>
              <a:rPr lang="en-US" sz="68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/>
              </a:rPr>
              <a:t>https://doi.org/10.5194/gmd-7-1247-2014</a:t>
            </a:r>
            <a:endParaRPr lang="en-US" sz="680" dirty="0">
              <a:solidFill>
                <a:srgbClr val="3D3D3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680" dirty="0"/>
          </a:p>
        </p:txBody>
      </p:sp>
      <p:sp>
        <p:nvSpPr>
          <p:cNvPr id="19" name="Text 17"/>
          <p:cNvSpPr/>
          <p:nvPr/>
        </p:nvSpPr>
        <p:spPr>
          <a:xfrm>
            <a:off x="3767328" y="3253435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Fernandez-Delgado et al. (2014). Do we need hundreds of classifiers? JMLR, 15(1), 3133–3181.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3767328" y="3681374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8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Friedman, J. H. (2001). Gradient boosting machine. Annals of Statistics, 29(5), 1189–1232. </a:t>
            </a:r>
            <a:r>
              <a:rPr lang="en-US" sz="68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/>
              </a:rPr>
              <a:t>https://doi.org/10.1214/aos/1013203451</a:t>
            </a:r>
            <a:endParaRPr lang="en-US" sz="680" dirty="0">
              <a:solidFill>
                <a:srgbClr val="3D3D3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3767328" y="4109314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Guyon, I., &amp; Elisseeff, A. (2003). Introduction to variable &amp; feature selection. JMLR, 3, 1157–1182.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3767328" y="4537253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8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Hastie, T., Tibshirani, R., &amp; Friedman, J. (2009). Elements of statistical learning (2nd ed.). Springer. </a:t>
            </a:r>
            <a:r>
              <a:rPr lang="en-US" sz="68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/>
              </a:rPr>
              <a:t>https://doi.org/10.1007/978-0-387-84858-7</a:t>
            </a:r>
            <a:endParaRPr lang="en-US" sz="680" dirty="0">
              <a:solidFill>
                <a:srgbClr val="3D3D3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6345936" y="685800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8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Hoerl, A. E., &amp; Kennard, R. W. (1970). Ridge regression. Technometrics, 12(1), 55–67. </a:t>
            </a:r>
            <a:r>
              <a:rPr lang="en-US" sz="68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/>
              </a:rPr>
              <a:t>https://doi.org/10.1080/00401706.1970.10488634</a:t>
            </a:r>
            <a:endParaRPr lang="en-US" sz="680" dirty="0">
              <a:solidFill>
                <a:srgbClr val="3D3D3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6345936" y="1113739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8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ICAO. (2021). Carbon emissions calculator methodology. International Civil Aviation Organization. </a:t>
            </a:r>
            <a:r>
              <a:rPr lang="en-US" sz="68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/>
              </a:rPr>
              <a:t>https://www.icao.int/environmental-protection/CarbonOffset/Pages/default.aspx</a:t>
            </a:r>
            <a:endParaRPr lang="en-US" sz="680" dirty="0">
              <a:solidFill>
                <a:srgbClr val="3D3D3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680" dirty="0">
              <a:solidFill>
                <a:srgbClr val="3D3D3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680" dirty="0">
              <a:solidFill>
                <a:srgbClr val="3D3D3D"/>
              </a:solidFill>
              <a:latin typeface="Calibri" pitchFamily="34" charset="0"/>
              <a:cs typeface="Calibri" pitchFamily="34" charset="-120"/>
            </a:endParaRPr>
          </a:p>
          <a:p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6345936" y="1541678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8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IEA. (2023). Aviation. International Energy Agency. iea.org/energy-system/transport/aviation </a:t>
            </a:r>
            <a:r>
              <a:rPr lang="en-US" sz="68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/>
              </a:rPr>
              <a:t>https://www.iea.org/energy-system/transport/aviation</a:t>
            </a:r>
            <a:endParaRPr lang="en-US" sz="680" dirty="0">
              <a:solidFill>
                <a:srgbClr val="3D3D3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6345936" y="1969618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8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Kaufman, S., Rosset, S., Perlich, C., &amp; Stitelman, O. (2012). Leakage in data mining. ACM TKDD, 6(4). </a:t>
            </a:r>
            <a:r>
              <a:rPr lang="en-US" sz="68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/>
              </a:rPr>
              <a:t>https://doi.org/10.1145/2382577.2382579</a:t>
            </a:r>
            <a:endParaRPr lang="en-US" sz="680" dirty="0">
              <a:solidFill>
                <a:srgbClr val="3D3D3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6345936" y="2397557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8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Kuhn, M., &amp; Johnson, K. (2013). Applied predictive modeling. Springer. </a:t>
            </a:r>
            <a:r>
              <a:rPr lang="en-US" sz="68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/>
              </a:rPr>
              <a:t>https://doi.org/10.1007/978-1-4614-6849-3</a:t>
            </a:r>
            <a:endParaRPr lang="en-US" sz="680" dirty="0">
              <a:solidFill>
                <a:srgbClr val="3D3D3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6345936" y="2825496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8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Micci-Barreca, D. (2001). Preprocessing for high-cardinality categoricals. ACM SIGKDD, 3(1), 27–32. </a:t>
            </a:r>
            <a:r>
              <a:rPr lang="en-US" sz="68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/>
              </a:rPr>
              <a:t>https://doi.org/10.1145/507533.507538</a:t>
            </a:r>
            <a:endParaRPr lang="en-US" sz="680" dirty="0">
              <a:solidFill>
                <a:srgbClr val="3D3D3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680" dirty="0"/>
          </a:p>
        </p:txBody>
      </p:sp>
      <p:sp>
        <p:nvSpPr>
          <p:cNvPr id="29" name="Text 27"/>
          <p:cNvSpPr/>
          <p:nvPr/>
        </p:nvSpPr>
        <p:spPr>
          <a:xfrm>
            <a:off x="6345936" y="3253435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Quionero-Candela et al. (2009). Dataset shift in machine learning. MIT Press.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6345936" y="3681374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8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Salgas et al. (2023). AeroSCOPE: Open-source aviation dataset. J. Open Aviation Science, 1(2). </a:t>
            </a:r>
            <a:r>
              <a:rPr lang="en-US" sz="68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/>
              </a:rPr>
              <a:t>https://doi.org/10.59490/joas.2023.7201</a:t>
            </a:r>
            <a:endParaRPr lang="en-US" sz="680" dirty="0">
              <a:solidFill>
                <a:srgbClr val="3D3D3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6345936" y="4109314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 Tukey, J. W. (1977). Exploratory data analysis. Addison-Wesley.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3471</Words>
  <Application>Microsoft Office PowerPoint</Application>
  <PresentationFormat>On-screen Show (16:9)</PresentationFormat>
  <Paragraphs>456</Paragraphs>
  <Slides>20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CO2 Emissions from Commercial Aviation</dc:title>
  <dc:subject>PptxGenJS Presentation</dc:subject>
  <dc:creator>Zarin Tasnim Nuzhat</dc:creator>
  <cp:lastModifiedBy>Zarin Tasnim Nuzhat (2510148)</cp:lastModifiedBy>
  <cp:revision>2</cp:revision>
  <dcterms:created xsi:type="dcterms:W3CDTF">2026-04-02T06:25:20Z</dcterms:created>
  <dcterms:modified xsi:type="dcterms:W3CDTF">2026-04-02T09:30:30Z</dcterms:modified>
</cp:coreProperties>
</file>